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65" r:id="rId2"/>
    <p:sldId id="273" r:id="rId3"/>
    <p:sldId id="267" r:id="rId4"/>
    <p:sldId id="259" r:id="rId5"/>
    <p:sldId id="260" r:id="rId6"/>
    <p:sldId id="261" r:id="rId7"/>
    <p:sldId id="262" r:id="rId8"/>
    <p:sldId id="269" r:id="rId9"/>
    <p:sldId id="274" r:id="rId10"/>
    <p:sldId id="268" r:id="rId11"/>
    <p:sldId id="275" r:id="rId12"/>
    <p:sldId id="321" r:id="rId13"/>
    <p:sldId id="26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29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264" r:id="rId45"/>
    <p:sldId id="322" r:id="rId46"/>
    <p:sldId id="328" r:id="rId47"/>
    <p:sldId id="331" r:id="rId48"/>
    <p:sldId id="330" r:id="rId49"/>
    <p:sldId id="369" r:id="rId50"/>
    <p:sldId id="384" r:id="rId51"/>
    <p:sldId id="363" r:id="rId52"/>
    <p:sldId id="364" r:id="rId53"/>
    <p:sldId id="365" r:id="rId54"/>
    <p:sldId id="366" r:id="rId55"/>
    <p:sldId id="367" r:id="rId56"/>
    <p:sldId id="368" r:id="rId57"/>
    <p:sldId id="370" r:id="rId58"/>
    <p:sldId id="371" r:id="rId59"/>
    <p:sldId id="372" r:id="rId60"/>
    <p:sldId id="381" r:id="rId61"/>
    <p:sldId id="382" r:id="rId62"/>
    <p:sldId id="373" r:id="rId63"/>
    <p:sldId id="374" r:id="rId64"/>
    <p:sldId id="375" r:id="rId65"/>
    <p:sldId id="383" r:id="rId66"/>
    <p:sldId id="377" r:id="rId67"/>
    <p:sldId id="378" r:id="rId68"/>
    <p:sldId id="379" r:id="rId69"/>
    <p:sldId id="380" r:id="rId70"/>
    <p:sldId id="376" r:id="rId71"/>
    <p:sldId id="305" r:id="rId72"/>
    <p:sldId id="278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F2376ACC-9C51-44B0-B6F0-A573C6F8A101}">
          <p14:sldIdLst>
            <p14:sldId id="265"/>
            <p14:sldId id="273"/>
          </p14:sldIdLst>
        </p14:section>
        <p14:section name="Gyorsrendezés - Quicksort" id="{04F76F8D-B4CE-4C63-B9D4-750FC7A9A191}">
          <p14:sldIdLst>
            <p14:sldId id="267"/>
          </p14:sldIdLst>
        </p14:section>
        <p14:section name="Gyorsrendezés lépései" id="{C2F13E3E-503B-4B3F-A509-AF3B755BB5E3}">
          <p14:sldIdLst>
            <p14:sldId id="259"/>
          </p14:sldIdLst>
        </p14:section>
        <p14:section name="Gyorsrendezés algoritmusa" id="{1175C8CB-62AB-4737-98ED-EF3729932A5C}">
          <p14:sldIdLst>
            <p14:sldId id="260"/>
          </p14:sldIdLst>
        </p14:section>
        <p14:section name="Partition függvény:" id="{39F8507E-F25F-4BEF-8E32-2642452134FC}">
          <p14:sldIdLst>
            <p14:sldId id="261"/>
            <p14:sldId id="262"/>
            <p14:sldId id="269"/>
            <p14:sldId id="274"/>
            <p14:sldId id="268"/>
            <p14:sldId id="275"/>
            <p14:sldId id="321"/>
            <p14:sldId id="26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29"/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  <p14:section name="Vegyes gyorsrendezés" id="{0431887C-5B7B-4890-ABFC-FFA89B2BF74D}">
          <p14:sldIdLst>
            <p14:sldId id="264"/>
            <p14:sldId id="322"/>
            <p14:sldId id="328"/>
            <p14:sldId id="331"/>
            <p14:sldId id="330"/>
            <p14:sldId id="369"/>
            <p14:sldId id="384"/>
            <p14:sldId id="363"/>
            <p14:sldId id="364"/>
            <p14:sldId id="365"/>
            <p14:sldId id="366"/>
            <p14:sldId id="367"/>
            <p14:sldId id="368"/>
            <p14:sldId id="370"/>
            <p14:sldId id="371"/>
            <p14:sldId id="372"/>
            <p14:sldId id="381"/>
            <p14:sldId id="382"/>
            <p14:sldId id="373"/>
            <p14:sldId id="374"/>
            <p14:sldId id="375"/>
            <p14:sldId id="383"/>
            <p14:sldId id="377"/>
            <p14:sldId id="378"/>
            <p14:sldId id="379"/>
            <p14:sldId id="380"/>
            <p14:sldId id="376"/>
            <p14:sldId id="305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275D0-C698-4D8F-8925-8855B81313D6}" v="18" dt="2026-08-05T14:16:18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 sldOrd modSection">
      <pc:chgData name="Kovácsné Pusztai Kinga" userId="1282fdc4-838f-4805-a47a-02b770215156" providerId="ADAL" clId="{5C5F7C30-6626-4CCB-81FA-ED1C19E6AEFD}" dt="2026-08-05T14:45:15.571" v="1373" actId="14100"/>
      <pc:docMkLst>
        <pc:docMk/>
      </pc:docMkLst>
      <pc:sldChg chg="addSp delSp modSp mod">
        <pc:chgData name="Kovácsné Pusztai Kinga" userId="1282fdc4-838f-4805-a47a-02b770215156" providerId="ADAL" clId="{5C5F7C30-6626-4CCB-81FA-ED1C19E6AEFD}" dt="2026-08-04T14:50:53.315" v="49" actId="1076"/>
        <pc:sldMkLst>
          <pc:docMk/>
          <pc:sldMk cId="3273495003" sldId="261"/>
        </pc:sldMkLst>
        <pc:spChg chg="mod">
          <ac:chgData name="Kovácsné Pusztai Kinga" userId="1282fdc4-838f-4805-a47a-02b770215156" providerId="ADAL" clId="{5C5F7C30-6626-4CCB-81FA-ED1C19E6AEFD}" dt="2026-08-04T11:08:48.961" v="41" actId="20577"/>
          <ac:spMkLst>
            <pc:docMk/>
            <pc:sldMk cId="3273495003" sldId="261"/>
            <ac:spMk id="3" creationId="{8D1471C3-A8AB-8C99-153A-AE69D363AB2B}"/>
          </ac:spMkLst>
        </pc:spChg>
        <pc:picChg chg="add del mod">
          <ac:chgData name="Kovácsné Pusztai Kinga" userId="1282fdc4-838f-4805-a47a-02b770215156" providerId="ADAL" clId="{5C5F7C30-6626-4CCB-81FA-ED1C19E6AEFD}" dt="2026-08-04T11:06:58.372" v="21" actId="478"/>
          <ac:picMkLst>
            <pc:docMk/>
            <pc:sldMk cId="3273495003" sldId="261"/>
            <ac:picMk id="6" creationId="{76886001-D36E-802F-BC74-6B7F80E1B61B}"/>
          </ac:picMkLst>
        </pc:picChg>
        <pc:picChg chg="add del mod">
          <ac:chgData name="Kovácsné Pusztai Kinga" userId="1282fdc4-838f-4805-a47a-02b770215156" providerId="ADAL" clId="{5C5F7C30-6626-4CCB-81FA-ED1C19E6AEFD}" dt="2026-08-04T14:50:39.528" v="46" actId="478"/>
          <ac:picMkLst>
            <pc:docMk/>
            <pc:sldMk cId="3273495003" sldId="261"/>
            <ac:picMk id="8" creationId="{46F2F971-7873-3487-7191-44E45A643B01}"/>
          </ac:picMkLst>
        </pc:picChg>
        <pc:picChg chg="mod">
          <ac:chgData name="Kovácsné Pusztai Kinga" userId="1282fdc4-838f-4805-a47a-02b770215156" providerId="ADAL" clId="{5C5F7C30-6626-4CCB-81FA-ED1C19E6AEFD}" dt="2026-08-04T11:08:06.407" v="37" actId="1035"/>
          <ac:picMkLst>
            <pc:docMk/>
            <pc:sldMk cId="3273495003" sldId="261"/>
            <ac:picMk id="9" creationId="{30472612-735E-87DE-BD49-EB887AD21164}"/>
          </ac:picMkLst>
        </pc:picChg>
        <pc:picChg chg="add mod">
          <ac:chgData name="Kovácsné Pusztai Kinga" userId="1282fdc4-838f-4805-a47a-02b770215156" providerId="ADAL" clId="{5C5F7C30-6626-4CCB-81FA-ED1C19E6AEFD}" dt="2026-08-04T14:50:53.315" v="49" actId="1076"/>
          <ac:picMkLst>
            <pc:docMk/>
            <pc:sldMk cId="3273495003" sldId="261"/>
            <ac:picMk id="11" creationId="{3AB1EBF2-C092-EA4A-46B1-AE6F2159049C}"/>
          </ac:picMkLst>
        </pc:picChg>
        <pc:picChg chg="mod">
          <ac:chgData name="Kovácsné Pusztai Kinga" userId="1282fdc4-838f-4805-a47a-02b770215156" providerId="ADAL" clId="{5C5F7C30-6626-4CCB-81FA-ED1C19E6AEFD}" dt="2026-08-04T11:08:06.407" v="37" actId="1035"/>
          <ac:picMkLst>
            <pc:docMk/>
            <pc:sldMk cId="3273495003" sldId="261"/>
            <ac:picMk id="17" creationId="{099D2670-F1A0-D6F1-0E44-AE7550172C58}"/>
          </ac:picMkLst>
        </pc:picChg>
        <pc:picChg chg="del">
          <ac:chgData name="Kovácsné Pusztai Kinga" userId="1282fdc4-838f-4805-a47a-02b770215156" providerId="ADAL" clId="{5C5F7C30-6626-4CCB-81FA-ED1C19E6AEFD}" dt="2026-08-04T14:50:46.431" v="48" actId="478"/>
          <ac:picMkLst>
            <pc:docMk/>
            <pc:sldMk cId="3273495003" sldId="261"/>
            <ac:picMk id="31" creationId="{A0E7F5A1-932E-35E8-4C3D-74F06C1F73DE}"/>
          </ac:picMkLst>
        </pc:picChg>
      </pc:sldChg>
      <pc:sldChg chg="addSp modSp mod">
        <pc:chgData name="Kovácsné Pusztai Kinga" userId="1282fdc4-838f-4805-a47a-02b770215156" providerId="ADAL" clId="{5C5F7C30-6626-4CCB-81FA-ED1C19E6AEFD}" dt="2026-08-04T10:20:33.181" v="18" actId="1076"/>
        <pc:sldMkLst>
          <pc:docMk/>
          <pc:sldMk cId="583937274" sldId="262"/>
        </pc:sldMkLst>
        <pc:spChg chg="mod">
          <ac:chgData name="Kovácsné Pusztai Kinga" userId="1282fdc4-838f-4805-a47a-02b770215156" providerId="ADAL" clId="{5C5F7C30-6626-4CCB-81FA-ED1C19E6AEFD}" dt="2026-08-04T10:19:39.076" v="8" actId="1076"/>
          <ac:spMkLst>
            <pc:docMk/>
            <pc:sldMk cId="583937274" sldId="262"/>
            <ac:spMk id="2" creationId="{BDCC7D2E-0C5F-9041-ED8C-3E7A0116C82B}"/>
          </ac:spMkLst>
        </pc:spChg>
        <pc:spChg chg="mod">
          <ac:chgData name="Kovácsné Pusztai Kinga" userId="1282fdc4-838f-4805-a47a-02b770215156" providerId="ADAL" clId="{5C5F7C30-6626-4CCB-81FA-ED1C19E6AEFD}" dt="2026-08-04T10:19:59.744" v="10" actId="14100"/>
          <ac:spMkLst>
            <pc:docMk/>
            <pc:sldMk cId="583937274" sldId="262"/>
            <ac:spMk id="3" creationId="{8448C6C9-AC75-770F-E4EE-1A72559C1291}"/>
          </ac:spMkLst>
        </pc:spChg>
        <pc:spChg chg="mod">
          <ac:chgData name="Kovácsné Pusztai Kinga" userId="1282fdc4-838f-4805-a47a-02b770215156" providerId="ADAL" clId="{5C5F7C30-6626-4CCB-81FA-ED1C19E6AEFD}" dt="2026-08-04T10:19:52.135" v="9" actId="1076"/>
          <ac:spMkLst>
            <pc:docMk/>
            <pc:sldMk cId="583937274" sldId="262"/>
            <ac:spMk id="4" creationId="{027EBF73-082B-FF26-7167-4D3C6A8C1D6B}"/>
          </ac:spMkLst>
        </pc:spChg>
        <pc:picChg chg="add mod">
          <ac:chgData name="Kovácsné Pusztai Kinga" userId="1282fdc4-838f-4805-a47a-02b770215156" providerId="ADAL" clId="{5C5F7C30-6626-4CCB-81FA-ED1C19E6AEFD}" dt="2026-08-04T10:19:24.364" v="2" actId="1076"/>
          <ac:picMkLst>
            <pc:docMk/>
            <pc:sldMk cId="583937274" sldId="262"/>
            <ac:picMk id="6" creationId="{210F8A70-08F0-2908-9542-CA6789E454D0}"/>
          </ac:picMkLst>
        </pc:picChg>
        <pc:picChg chg="mod">
          <ac:chgData name="Kovácsné Pusztai Kinga" userId="1282fdc4-838f-4805-a47a-02b770215156" providerId="ADAL" clId="{5C5F7C30-6626-4CCB-81FA-ED1C19E6AEFD}" dt="2026-08-04T10:20:33.181" v="18" actId="1076"/>
          <ac:picMkLst>
            <pc:docMk/>
            <pc:sldMk cId="583937274" sldId="262"/>
            <ac:picMk id="17" creationId="{4F69046A-11E7-95F2-013C-1D5C21B7C492}"/>
          </ac:picMkLst>
        </pc:picChg>
        <pc:picChg chg="mod">
          <ac:chgData name="Kovácsné Pusztai Kinga" userId="1282fdc4-838f-4805-a47a-02b770215156" providerId="ADAL" clId="{5C5F7C30-6626-4CCB-81FA-ED1C19E6AEFD}" dt="2026-08-04T10:20:20.150" v="15" actId="1035"/>
          <ac:picMkLst>
            <pc:docMk/>
            <pc:sldMk cId="583937274" sldId="262"/>
            <ac:picMk id="19" creationId="{13F37D61-584E-C4EE-1D83-95DCA547D207}"/>
          </ac:picMkLst>
        </pc:picChg>
      </pc:sldChg>
      <pc:sldChg chg="addSp modSp mod">
        <pc:chgData name="Kovácsné Pusztai Kinga" userId="1282fdc4-838f-4805-a47a-02b770215156" providerId="ADAL" clId="{5C5F7C30-6626-4CCB-81FA-ED1C19E6AEFD}" dt="2026-08-04T15:44:26.259" v="89" actId="1076"/>
        <pc:sldMkLst>
          <pc:docMk/>
          <pc:sldMk cId="1328256565" sldId="263"/>
        </pc:sldMkLst>
        <pc:spChg chg="mod">
          <ac:chgData name="Kovácsné Pusztai Kinga" userId="1282fdc4-838f-4805-a47a-02b770215156" providerId="ADAL" clId="{5C5F7C30-6626-4CCB-81FA-ED1C19E6AEFD}" dt="2026-08-04T15:32:41.078" v="72" actId="113"/>
          <ac:spMkLst>
            <pc:docMk/>
            <pc:sldMk cId="1328256565" sldId="263"/>
            <ac:spMk id="2" creationId="{3A2B51A0-ECBA-118F-985B-5803EBE37945}"/>
          </ac:spMkLst>
        </pc:spChg>
        <pc:spChg chg="mod">
          <ac:chgData name="Kovácsné Pusztai Kinga" userId="1282fdc4-838f-4805-a47a-02b770215156" providerId="ADAL" clId="{5C5F7C30-6626-4CCB-81FA-ED1C19E6AEFD}" dt="2026-08-04T15:44:21.337" v="88" actId="14100"/>
          <ac:spMkLst>
            <pc:docMk/>
            <pc:sldMk cId="1328256565" sldId="263"/>
            <ac:spMk id="3" creationId="{38C92DC5-D333-75DA-2A42-8AAB918852BF}"/>
          </ac:spMkLst>
        </pc:spChg>
        <pc:picChg chg="add mod">
          <ac:chgData name="Kovácsné Pusztai Kinga" userId="1282fdc4-838f-4805-a47a-02b770215156" providerId="ADAL" clId="{5C5F7C30-6626-4CCB-81FA-ED1C19E6AEFD}" dt="2026-08-04T15:33:15.924" v="79" actId="14100"/>
          <ac:picMkLst>
            <pc:docMk/>
            <pc:sldMk cId="1328256565" sldId="263"/>
            <ac:picMk id="5" creationId="{B9932C25-FDC6-4E6D-2DB8-76497B87BD1D}"/>
          </ac:picMkLst>
        </pc:picChg>
        <pc:picChg chg="add mod">
          <ac:chgData name="Kovácsné Pusztai Kinga" userId="1282fdc4-838f-4805-a47a-02b770215156" providerId="ADAL" clId="{5C5F7C30-6626-4CCB-81FA-ED1C19E6AEFD}" dt="2026-08-04T15:33:27.403" v="81" actId="1076"/>
          <ac:picMkLst>
            <pc:docMk/>
            <pc:sldMk cId="1328256565" sldId="263"/>
            <ac:picMk id="7" creationId="{2F28E0C1-FDBB-1C1E-C2FF-68834FACD532}"/>
          </ac:picMkLst>
        </pc:picChg>
        <pc:picChg chg="add mod">
          <ac:chgData name="Kovácsné Pusztai Kinga" userId="1282fdc4-838f-4805-a47a-02b770215156" providerId="ADAL" clId="{5C5F7C30-6626-4CCB-81FA-ED1C19E6AEFD}" dt="2026-08-04T15:44:26.259" v="89" actId="1076"/>
          <ac:picMkLst>
            <pc:docMk/>
            <pc:sldMk cId="1328256565" sldId="263"/>
            <ac:picMk id="9" creationId="{BF16BF51-D27D-F1A2-F735-A893DF8B1E77}"/>
          </ac:picMkLst>
        </pc:picChg>
      </pc:sldChg>
      <pc:sldChg chg="modSp mod">
        <pc:chgData name="Kovácsné Pusztai Kinga" userId="1282fdc4-838f-4805-a47a-02b770215156" providerId="ADAL" clId="{5C5F7C30-6626-4CCB-81FA-ED1C19E6AEFD}" dt="2026-08-05T09:09:44.116" v="249" actId="1076"/>
        <pc:sldMkLst>
          <pc:docMk/>
          <pc:sldMk cId="4158968243" sldId="322"/>
        </pc:sldMkLst>
        <pc:spChg chg="mod">
          <ac:chgData name="Kovácsné Pusztai Kinga" userId="1282fdc4-838f-4805-a47a-02b770215156" providerId="ADAL" clId="{5C5F7C30-6626-4CCB-81FA-ED1C19E6AEFD}" dt="2026-08-05T09:09:44.116" v="249" actId="1076"/>
          <ac:spMkLst>
            <pc:docMk/>
            <pc:sldMk cId="4158968243" sldId="322"/>
            <ac:spMk id="2" creationId="{1E3D4732-2F8C-FD1D-2B87-4288FB924B17}"/>
          </ac:spMkLst>
        </pc:spChg>
        <pc:spChg chg="mod">
          <ac:chgData name="Kovácsné Pusztai Kinga" userId="1282fdc4-838f-4805-a47a-02b770215156" providerId="ADAL" clId="{5C5F7C30-6626-4CCB-81FA-ED1C19E6AEFD}" dt="2026-08-05T09:09:40.549" v="248" actId="14100"/>
          <ac:spMkLst>
            <pc:docMk/>
            <pc:sldMk cId="4158968243" sldId="322"/>
            <ac:spMk id="3" creationId="{47CA9223-B7D7-AF03-6AE0-25292F350440}"/>
          </ac:spMkLst>
        </pc:spChg>
      </pc:sldChg>
      <pc:sldChg chg="add del">
        <pc:chgData name="Kovácsné Pusztai Kinga" userId="1282fdc4-838f-4805-a47a-02b770215156" providerId="ADAL" clId="{5C5F7C30-6626-4CCB-81FA-ED1C19E6AEFD}" dt="2026-08-05T08:20:13.545" v="92"/>
        <pc:sldMkLst>
          <pc:docMk/>
          <pc:sldMk cId="499345707" sldId="328"/>
        </pc:sldMkLst>
      </pc:sldChg>
      <pc:sldChg chg="add del">
        <pc:chgData name="Kovácsné Pusztai Kinga" userId="1282fdc4-838f-4805-a47a-02b770215156" providerId="ADAL" clId="{5C5F7C30-6626-4CCB-81FA-ED1C19E6AEFD}" dt="2026-08-05T08:20:15.962" v="93" actId="47"/>
        <pc:sldMkLst>
          <pc:docMk/>
          <pc:sldMk cId="729446225" sldId="363"/>
        </pc:sldMkLst>
      </pc:sldChg>
      <pc:sldChg chg="addSp delSp modSp new mod setBg addAnim delAnim setClrOvrMap">
        <pc:chgData name="Kovácsné Pusztai Kinga" userId="1282fdc4-838f-4805-a47a-02b770215156" providerId="ADAL" clId="{5C5F7C30-6626-4CCB-81FA-ED1C19E6AEFD}" dt="2026-08-05T14:44:03.446" v="1356" actId="108"/>
        <pc:sldMkLst>
          <pc:docMk/>
          <pc:sldMk cId="1590550475" sldId="363"/>
        </pc:sldMkLst>
        <pc:spChg chg="mod">
          <ac:chgData name="Kovácsné Pusztai Kinga" userId="1282fdc4-838f-4805-a47a-02b770215156" providerId="ADAL" clId="{5C5F7C30-6626-4CCB-81FA-ED1C19E6AEFD}" dt="2026-08-05T14:16:41.353" v="1175" actId="14100"/>
          <ac:spMkLst>
            <pc:docMk/>
            <pc:sldMk cId="1590550475" sldId="363"/>
            <ac:spMk id="2" creationId="{66596BB3-3724-0E49-DA45-152A1EA253E9}"/>
          </ac:spMkLst>
        </pc:spChg>
        <pc:spChg chg="mod">
          <ac:chgData name="Kovácsné Pusztai Kinga" userId="1282fdc4-838f-4805-a47a-02b770215156" providerId="ADAL" clId="{5C5F7C30-6626-4CCB-81FA-ED1C19E6AEFD}" dt="2026-08-05T14:16:32.815" v="1174" actId="1076"/>
          <ac:spMkLst>
            <pc:docMk/>
            <pc:sldMk cId="1590550475" sldId="363"/>
            <ac:spMk id="3" creationId="{8F89E0BA-DEFA-F16F-4A51-D3027AF1A250}"/>
          </ac:spMkLst>
        </pc:spChg>
        <pc:spChg chg="add del">
          <ac:chgData name="Kovácsné Pusztai Kinga" userId="1282fdc4-838f-4805-a47a-02b770215156" providerId="ADAL" clId="{5C5F7C30-6626-4CCB-81FA-ED1C19E6AEFD}" dt="2026-08-05T09:01:55.052" v="166" actId="26606"/>
          <ac:spMkLst>
            <pc:docMk/>
            <pc:sldMk cId="1590550475" sldId="363"/>
            <ac:spMk id="18" creationId="{C2A2366C-96BE-4587-BABC-529047265AC1}"/>
          </ac:spMkLst>
        </pc:spChg>
        <pc:grpChg chg="add del">
          <ac:chgData name="Kovácsné Pusztai Kinga" userId="1282fdc4-838f-4805-a47a-02b770215156" providerId="ADAL" clId="{5C5F7C30-6626-4CCB-81FA-ED1C19E6AEFD}" dt="2026-08-05T09:01:55.052" v="166" actId="26606"/>
          <ac:grpSpMkLst>
            <pc:docMk/>
            <pc:sldMk cId="1590550475" sldId="363"/>
            <ac:grpSpMk id="10" creationId="{0A47CF6F-27C2-43F3-AF69-E3D576363742}"/>
          </ac:grpSpMkLst>
        </pc:grpChg>
        <pc:picChg chg="add mod ord">
          <ac:chgData name="Kovácsné Pusztai Kinga" userId="1282fdc4-838f-4805-a47a-02b770215156" providerId="ADAL" clId="{5C5F7C30-6626-4CCB-81FA-ED1C19E6AEFD}" dt="2026-08-05T14:44:03.446" v="1356" actId="108"/>
          <ac:picMkLst>
            <pc:docMk/>
            <pc:sldMk cId="1590550475" sldId="363"/>
            <ac:picMk id="5" creationId="{A0F6EAE2-3169-FB23-C4C4-1FB0264A918B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09:06:10.168" v="214" actId="14100"/>
        <pc:sldMkLst>
          <pc:docMk/>
          <pc:sldMk cId="3972610234" sldId="364"/>
        </pc:sldMkLst>
        <pc:spChg chg="mod">
          <ac:chgData name="Kovácsné Pusztai Kinga" userId="1282fdc4-838f-4805-a47a-02b770215156" providerId="ADAL" clId="{5C5F7C30-6626-4CCB-81FA-ED1C19E6AEFD}" dt="2026-08-05T09:03:32.101" v="193" actId="1076"/>
          <ac:spMkLst>
            <pc:docMk/>
            <pc:sldMk cId="3972610234" sldId="364"/>
            <ac:spMk id="2" creationId="{47569BB7-944E-3F21-5064-0E9982711E62}"/>
          </ac:spMkLst>
        </pc:spChg>
        <pc:spChg chg="del">
          <ac:chgData name="Kovácsné Pusztai Kinga" userId="1282fdc4-838f-4805-a47a-02b770215156" providerId="ADAL" clId="{5C5F7C30-6626-4CCB-81FA-ED1C19E6AEFD}" dt="2026-08-05T09:02:41.350" v="184" actId="478"/>
          <ac:spMkLst>
            <pc:docMk/>
            <pc:sldMk cId="3972610234" sldId="364"/>
            <ac:spMk id="3" creationId="{01FE1EC7-ABE1-43EC-7194-19991DBF83C0}"/>
          </ac:spMkLst>
        </pc:spChg>
        <pc:picChg chg="add del mod">
          <ac:chgData name="Kovácsné Pusztai Kinga" userId="1282fdc4-838f-4805-a47a-02b770215156" providerId="ADAL" clId="{5C5F7C30-6626-4CCB-81FA-ED1C19E6AEFD}" dt="2026-08-05T09:04:56.757" v="203" actId="478"/>
          <ac:picMkLst>
            <pc:docMk/>
            <pc:sldMk cId="3972610234" sldId="364"/>
            <ac:picMk id="5" creationId="{338C3F15-0B2B-F48D-9A6D-2380455909E9}"/>
          </ac:picMkLst>
        </pc:picChg>
        <pc:picChg chg="add del mod">
          <ac:chgData name="Kovácsné Pusztai Kinga" userId="1282fdc4-838f-4805-a47a-02b770215156" providerId="ADAL" clId="{5C5F7C30-6626-4CCB-81FA-ED1C19E6AEFD}" dt="2026-08-05T09:05:40.595" v="209" actId="478"/>
          <ac:picMkLst>
            <pc:docMk/>
            <pc:sldMk cId="3972610234" sldId="364"/>
            <ac:picMk id="7" creationId="{3C55100C-85A9-196C-06CA-92383E585CEA}"/>
          </ac:picMkLst>
        </pc:picChg>
        <pc:picChg chg="add mod">
          <ac:chgData name="Kovácsné Pusztai Kinga" userId="1282fdc4-838f-4805-a47a-02b770215156" providerId="ADAL" clId="{5C5F7C30-6626-4CCB-81FA-ED1C19E6AEFD}" dt="2026-08-05T09:05:10.279" v="207" actId="14100"/>
          <ac:picMkLst>
            <pc:docMk/>
            <pc:sldMk cId="3972610234" sldId="364"/>
            <ac:picMk id="9" creationId="{91FF053A-D56A-1C0E-29C6-58C06EFB2053}"/>
          </ac:picMkLst>
        </pc:picChg>
        <pc:picChg chg="add mod">
          <ac:chgData name="Kovácsné Pusztai Kinga" userId="1282fdc4-838f-4805-a47a-02b770215156" providerId="ADAL" clId="{5C5F7C30-6626-4CCB-81FA-ED1C19E6AEFD}" dt="2026-08-05T09:06:10.168" v="214" actId="14100"/>
          <ac:picMkLst>
            <pc:docMk/>
            <pc:sldMk cId="3972610234" sldId="364"/>
            <ac:picMk id="11" creationId="{7BD96F96-06D5-FB81-998D-23487C672D38}"/>
          </ac:picMkLst>
        </pc:picChg>
      </pc:sldChg>
      <pc:sldChg chg="addSp delSp modSp new mod setBg addAnim delAnim modAnim">
        <pc:chgData name="Kovácsné Pusztai Kinga" userId="1282fdc4-838f-4805-a47a-02b770215156" providerId="ADAL" clId="{5C5F7C30-6626-4CCB-81FA-ED1C19E6AEFD}" dt="2026-08-05T09:23:20.535" v="349" actId="21"/>
        <pc:sldMkLst>
          <pc:docMk/>
          <pc:sldMk cId="307200480" sldId="365"/>
        </pc:sldMkLst>
        <pc:spChg chg="mod ord">
          <ac:chgData name="Kovácsné Pusztai Kinga" userId="1282fdc4-838f-4805-a47a-02b770215156" providerId="ADAL" clId="{5C5F7C30-6626-4CCB-81FA-ED1C19E6AEFD}" dt="2026-08-05T09:15:48.080" v="307" actId="1076"/>
          <ac:spMkLst>
            <pc:docMk/>
            <pc:sldMk cId="307200480" sldId="365"/>
            <ac:spMk id="2" creationId="{A9174D46-7609-F500-ED8A-B11716721464}"/>
          </ac:spMkLst>
        </pc:spChg>
        <pc:spChg chg="del">
          <ac:chgData name="Kovácsné Pusztai Kinga" userId="1282fdc4-838f-4805-a47a-02b770215156" providerId="ADAL" clId="{5C5F7C30-6626-4CCB-81FA-ED1C19E6AEFD}" dt="2026-08-05T09:11:50.615" v="260" actId="478"/>
          <ac:spMkLst>
            <pc:docMk/>
            <pc:sldMk cId="307200480" sldId="365"/>
            <ac:spMk id="3" creationId="{43302770-547F-7A30-F04A-28133B1E0171}"/>
          </ac:spMkLst>
        </pc:spChg>
        <pc:spChg chg="add del">
          <ac:chgData name="Kovácsné Pusztai Kinga" userId="1282fdc4-838f-4805-a47a-02b770215156" providerId="ADAL" clId="{5C5F7C30-6626-4CCB-81FA-ED1C19E6AEFD}" dt="2026-08-05T09:14:52.183" v="299" actId="26606"/>
          <ac:spMkLst>
            <pc:docMk/>
            <pc:sldMk cId="307200480" sldId="365"/>
            <ac:spMk id="11" creationId="{C595422D-E195-42A4-B101-A1BD272B8F9F}"/>
          </ac:spMkLst>
        </pc:spChg>
        <pc:spChg chg="add del">
          <ac:chgData name="Kovácsné Pusztai Kinga" userId="1282fdc4-838f-4805-a47a-02b770215156" providerId="ADAL" clId="{5C5F7C30-6626-4CCB-81FA-ED1C19E6AEFD}" dt="2026-08-05T09:12:37.728" v="274" actId="26606"/>
          <ac:spMkLst>
            <pc:docMk/>
            <pc:sldMk cId="307200480" sldId="365"/>
            <ac:spMk id="20" creationId="{C595422D-E195-42A4-B101-A1BD272B8F9F}"/>
          </ac:spMkLst>
        </pc:spChg>
        <pc:spChg chg="add del">
          <ac:chgData name="Kovácsné Pusztai Kinga" userId="1282fdc4-838f-4805-a47a-02b770215156" providerId="ADAL" clId="{5C5F7C30-6626-4CCB-81FA-ED1C19E6AEFD}" dt="2026-08-05T09:14:52.183" v="299" actId="26606"/>
          <ac:spMkLst>
            <pc:docMk/>
            <pc:sldMk cId="307200480" sldId="365"/>
            <ac:spMk id="21" creationId="{07E76DD8-16AD-491B-8AB1-45EFC71DFA5B}"/>
          </ac:spMkLst>
        </pc:spChg>
        <pc:spChg chg="add del">
          <ac:chgData name="Kovácsné Pusztai Kinga" userId="1282fdc4-838f-4805-a47a-02b770215156" providerId="ADAL" clId="{5C5F7C30-6626-4CCB-81FA-ED1C19E6AEFD}" dt="2026-08-05T09:12:37.728" v="274" actId="26606"/>
          <ac:spMkLst>
            <pc:docMk/>
            <pc:sldMk cId="307200480" sldId="365"/>
            <ac:spMk id="30" creationId="{07E76DD8-16AD-491B-8AB1-45EFC71DFA5B}"/>
          </ac:spMkLst>
        </pc:spChg>
        <pc:spChg chg="add">
          <ac:chgData name="Kovácsné Pusztai Kinga" userId="1282fdc4-838f-4805-a47a-02b770215156" providerId="ADAL" clId="{5C5F7C30-6626-4CCB-81FA-ED1C19E6AEFD}" dt="2026-08-05T09:14:52.183" v="299" actId="26606"/>
          <ac:spMkLst>
            <pc:docMk/>
            <pc:sldMk cId="307200480" sldId="365"/>
            <ac:spMk id="44" creationId="{4FEB7930-F0D6-4044-8BA9-D730103DBF13}"/>
          </ac:spMkLst>
        </pc:spChg>
        <pc:grpChg chg="add del">
          <ac:chgData name="Kovácsné Pusztai Kinga" userId="1282fdc4-838f-4805-a47a-02b770215156" providerId="ADAL" clId="{5C5F7C30-6626-4CCB-81FA-ED1C19E6AEFD}" dt="2026-08-05T09:14:52.183" v="299" actId="26606"/>
          <ac:grpSpMkLst>
            <pc:docMk/>
            <pc:sldMk cId="307200480" sldId="365"/>
            <ac:grpSpMk id="10" creationId="{7778752A-6ED9-4295-A694-2468A4547C8B}"/>
          </ac:grpSpMkLst>
        </pc:grpChg>
        <pc:grpChg chg="add del">
          <ac:chgData name="Kovácsné Pusztai Kinga" userId="1282fdc4-838f-4805-a47a-02b770215156" providerId="ADAL" clId="{5C5F7C30-6626-4CCB-81FA-ED1C19E6AEFD}" dt="2026-08-05T09:12:37.728" v="274" actId="26606"/>
          <ac:grpSpMkLst>
            <pc:docMk/>
            <pc:sldMk cId="307200480" sldId="365"/>
            <ac:grpSpMk id="12" creationId="{7778752A-6ED9-4295-A694-2468A4547C8B}"/>
          </ac:grpSpMkLst>
        </pc:grpChg>
        <pc:grpChg chg="add del">
          <ac:chgData name="Kovácsné Pusztai Kinga" userId="1282fdc4-838f-4805-a47a-02b770215156" providerId="ADAL" clId="{5C5F7C30-6626-4CCB-81FA-ED1C19E6AEFD}" dt="2026-08-05T09:14:52.183" v="299" actId="26606"/>
          <ac:grpSpMkLst>
            <pc:docMk/>
            <pc:sldMk cId="307200480" sldId="365"/>
            <ac:grpSpMk id="19" creationId="{4DC492D5-25A6-4A32-A076-BA3406DD9776}"/>
          </ac:grpSpMkLst>
        </pc:grpChg>
        <pc:grpChg chg="add del">
          <ac:chgData name="Kovácsné Pusztai Kinga" userId="1282fdc4-838f-4805-a47a-02b770215156" providerId="ADAL" clId="{5C5F7C30-6626-4CCB-81FA-ED1C19E6AEFD}" dt="2026-08-05T09:12:37.728" v="274" actId="26606"/>
          <ac:grpSpMkLst>
            <pc:docMk/>
            <pc:sldMk cId="307200480" sldId="365"/>
            <ac:grpSpMk id="22" creationId="{4DC492D5-25A6-4A32-A076-BA3406DD9776}"/>
          </ac:grpSpMkLst>
        </pc:grpChg>
        <pc:grpChg chg="add">
          <ac:chgData name="Kovácsné Pusztai Kinga" userId="1282fdc4-838f-4805-a47a-02b770215156" providerId="ADAL" clId="{5C5F7C30-6626-4CCB-81FA-ED1C19E6AEFD}" dt="2026-08-05T09:14:52.183" v="299" actId="26606"/>
          <ac:grpSpMkLst>
            <pc:docMk/>
            <pc:sldMk cId="307200480" sldId="365"/>
            <ac:grpSpMk id="36" creationId="{0A47CF6F-27C2-43F3-AF69-E3D576363742}"/>
          </ac:grpSpMkLst>
        </pc:grpChg>
        <pc:grpChg chg="add">
          <ac:chgData name="Kovácsné Pusztai Kinga" userId="1282fdc4-838f-4805-a47a-02b770215156" providerId="ADAL" clId="{5C5F7C30-6626-4CCB-81FA-ED1C19E6AEFD}" dt="2026-08-05T09:14:52.183" v="299" actId="26606"/>
          <ac:grpSpMkLst>
            <pc:docMk/>
            <pc:sldMk cId="307200480" sldId="365"/>
            <ac:grpSpMk id="46" creationId="{3D37B8A0-A486-4042-834D-0C08DD3B4302}"/>
          </ac:grpSpMkLst>
        </pc:grpChg>
        <pc:grpChg chg="add">
          <ac:chgData name="Kovácsné Pusztai Kinga" userId="1282fdc4-838f-4805-a47a-02b770215156" providerId="ADAL" clId="{5C5F7C30-6626-4CCB-81FA-ED1C19E6AEFD}" dt="2026-08-05T09:14:52.183" v="299" actId="26606"/>
          <ac:grpSpMkLst>
            <pc:docMk/>
            <pc:sldMk cId="307200480" sldId="365"/>
            <ac:grpSpMk id="50" creationId="{945CE9A4-4A26-4B57-A688-E6D3A8498AB1}"/>
          </ac:grpSpMkLst>
        </pc:grpChg>
        <pc:picChg chg="add del mod ord">
          <ac:chgData name="Kovácsné Pusztai Kinga" userId="1282fdc4-838f-4805-a47a-02b770215156" providerId="ADAL" clId="{5C5F7C30-6626-4CCB-81FA-ED1C19E6AEFD}" dt="2026-08-05T09:14:31.799" v="293" actId="478"/>
          <ac:picMkLst>
            <pc:docMk/>
            <pc:sldMk cId="307200480" sldId="365"/>
            <ac:picMk id="5" creationId="{2B48D401-3A9D-9156-D9FE-2D005595C623}"/>
          </ac:picMkLst>
        </pc:picChg>
        <pc:picChg chg="add del mod">
          <ac:chgData name="Kovácsné Pusztai Kinga" userId="1282fdc4-838f-4805-a47a-02b770215156" providerId="ADAL" clId="{5C5F7C30-6626-4CCB-81FA-ED1C19E6AEFD}" dt="2026-08-05T09:14:30.141" v="292" actId="478"/>
          <ac:picMkLst>
            <pc:docMk/>
            <pc:sldMk cId="307200480" sldId="365"/>
            <ac:picMk id="7" creationId="{396BFA65-C575-0C98-45E8-71A634706570}"/>
          </ac:picMkLst>
        </pc:picChg>
        <pc:picChg chg="add del">
          <ac:chgData name="Kovácsné Pusztai Kinga" userId="1282fdc4-838f-4805-a47a-02b770215156" providerId="ADAL" clId="{5C5F7C30-6626-4CCB-81FA-ED1C19E6AEFD}" dt="2026-08-05T09:12:36.158" v="271" actId="22"/>
          <ac:picMkLst>
            <pc:docMk/>
            <pc:sldMk cId="307200480" sldId="365"/>
            <ac:picMk id="9" creationId="{C8596151-21D2-A2D0-642F-19B2619B52B0}"/>
          </ac:picMkLst>
        </pc:picChg>
        <pc:picChg chg="add mod ord">
          <ac:chgData name="Kovácsné Pusztai Kinga" userId="1282fdc4-838f-4805-a47a-02b770215156" providerId="ADAL" clId="{5C5F7C30-6626-4CCB-81FA-ED1C19E6AEFD}" dt="2026-08-05T09:15:37.561" v="305" actId="14100"/>
          <ac:picMkLst>
            <pc:docMk/>
            <pc:sldMk cId="307200480" sldId="365"/>
            <ac:picMk id="31" creationId="{A4F8278E-DAE7-897C-948F-1DB8854A81F1}"/>
          </ac:picMkLst>
        </pc:picChg>
        <pc:picChg chg="add mod">
          <ac:chgData name="Kovácsné Pusztai Kinga" userId="1282fdc4-838f-4805-a47a-02b770215156" providerId="ADAL" clId="{5C5F7C30-6626-4CCB-81FA-ED1C19E6AEFD}" dt="2026-08-05T09:15:53.537" v="308" actId="1076"/>
          <ac:picMkLst>
            <pc:docMk/>
            <pc:sldMk cId="307200480" sldId="365"/>
            <ac:picMk id="33" creationId="{25F182A0-6C9E-D18B-EADF-59AC11D5BACC}"/>
          </ac:picMkLst>
        </pc:picChg>
        <pc:picChg chg="add mod ord">
          <ac:chgData name="Kovácsné Pusztai Kinga" userId="1282fdc4-838f-4805-a47a-02b770215156" providerId="ADAL" clId="{5C5F7C30-6626-4CCB-81FA-ED1C19E6AEFD}" dt="2026-08-05T09:21:58.885" v="344" actId="1037"/>
          <ac:picMkLst>
            <pc:docMk/>
            <pc:sldMk cId="307200480" sldId="365"/>
            <ac:picMk id="35" creationId="{F475B85A-FF78-5436-7DF1-973169414570}"/>
          </ac:picMkLst>
        </pc:picChg>
        <pc:picChg chg="add del mod">
          <ac:chgData name="Kovácsné Pusztai Kinga" userId="1282fdc4-838f-4805-a47a-02b770215156" providerId="ADAL" clId="{5C5F7C30-6626-4CCB-81FA-ED1C19E6AEFD}" dt="2026-08-05T09:23:20.535" v="349" actId="21"/>
          <ac:picMkLst>
            <pc:docMk/>
            <pc:sldMk cId="307200480" sldId="365"/>
            <ac:picMk id="45" creationId="{DC053D11-31E9-D227-4513-8C71854AA0E8}"/>
          </ac:picMkLst>
        </pc:picChg>
      </pc:sldChg>
      <pc:sldChg chg="modSp add mod modShow">
        <pc:chgData name="Kovácsné Pusztai Kinga" userId="1282fdc4-838f-4805-a47a-02b770215156" providerId="ADAL" clId="{5C5F7C30-6626-4CCB-81FA-ED1C19E6AEFD}" dt="2026-08-05T09:22:21.523" v="345" actId="729"/>
        <pc:sldMkLst>
          <pc:docMk/>
          <pc:sldMk cId="1870283825" sldId="366"/>
        </pc:sldMkLst>
        <pc:spChg chg="mod">
          <ac:chgData name="Kovácsné Pusztai Kinga" userId="1282fdc4-838f-4805-a47a-02b770215156" providerId="ADAL" clId="{5C5F7C30-6626-4CCB-81FA-ED1C19E6AEFD}" dt="2026-08-05T09:13:59.580" v="289" actId="1076"/>
          <ac:spMkLst>
            <pc:docMk/>
            <pc:sldMk cId="1870283825" sldId="366"/>
            <ac:spMk id="2" creationId="{1D13D7B3-43EB-0593-96CD-5805B35DDC96}"/>
          </ac:spMkLst>
        </pc:spChg>
        <pc:picChg chg="mod">
          <ac:chgData name="Kovácsné Pusztai Kinga" userId="1282fdc4-838f-4805-a47a-02b770215156" providerId="ADAL" clId="{5C5F7C30-6626-4CCB-81FA-ED1C19E6AEFD}" dt="2026-08-05T09:13:47.276" v="287" actId="1076"/>
          <ac:picMkLst>
            <pc:docMk/>
            <pc:sldMk cId="1870283825" sldId="366"/>
            <ac:picMk id="5" creationId="{C0325FD7-B053-33CA-6706-E9313EE3F17D}"/>
          </ac:picMkLst>
        </pc:picChg>
        <pc:picChg chg="mod">
          <ac:chgData name="Kovácsné Pusztai Kinga" userId="1282fdc4-838f-4805-a47a-02b770215156" providerId="ADAL" clId="{5C5F7C30-6626-4CCB-81FA-ED1C19E6AEFD}" dt="2026-08-05T09:13:53.578" v="288" actId="1076"/>
          <ac:picMkLst>
            <pc:docMk/>
            <pc:sldMk cId="1870283825" sldId="366"/>
            <ac:picMk id="7" creationId="{7E1D200E-ECEF-81F2-BA9C-3EEF5D48AE32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09:26:20.803" v="441" actId="108"/>
        <pc:sldMkLst>
          <pc:docMk/>
          <pc:sldMk cId="3213489190" sldId="367"/>
        </pc:sldMkLst>
        <pc:spChg chg="mod">
          <ac:chgData name="Kovácsné Pusztai Kinga" userId="1282fdc4-838f-4805-a47a-02b770215156" providerId="ADAL" clId="{5C5F7C30-6626-4CCB-81FA-ED1C19E6AEFD}" dt="2026-08-05T09:25:08.192" v="430" actId="14100"/>
          <ac:spMkLst>
            <pc:docMk/>
            <pc:sldMk cId="3213489190" sldId="367"/>
            <ac:spMk id="2" creationId="{AF7A7FF2-BA83-ECBC-C539-B8C3FEA5C7F1}"/>
          </ac:spMkLst>
        </pc:spChg>
        <pc:spChg chg="del">
          <ac:chgData name="Kovácsné Pusztai Kinga" userId="1282fdc4-838f-4805-a47a-02b770215156" providerId="ADAL" clId="{5C5F7C30-6626-4CCB-81FA-ED1C19E6AEFD}" dt="2026-08-05T09:25:31.293" v="436" actId="478"/>
          <ac:spMkLst>
            <pc:docMk/>
            <pc:sldMk cId="3213489190" sldId="367"/>
            <ac:spMk id="3" creationId="{18FD352A-506D-07C6-6E4A-819765B3A47B}"/>
          </ac:spMkLst>
        </pc:spChg>
        <pc:picChg chg="add mod">
          <ac:chgData name="Kovácsné Pusztai Kinga" userId="1282fdc4-838f-4805-a47a-02b770215156" providerId="ADAL" clId="{5C5F7C30-6626-4CCB-81FA-ED1C19E6AEFD}" dt="2026-08-05T09:25:55.859" v="440" actId="14100"/>
          <ac:picMkLst>
            <pc:docMk/>
            <pc:sldMk cId="3213489190" sldId="367"/>
            <ac:picMk id="5" creationId="{DE25042F-CC59-9A5A-6CEF-1B0C97BDA0EE}"/>
          </ac:picMkLst>
        </pc:picChg>
        <pc:picChg chg="add mod">
          <ac:chgData name="Kovácsné Pusztai Kinga" userId="1282fdc4-838f-4805-a47a-02b770215156" providerId="ADAL" clId="{5C5F7C30-6626-4CCB-81FA-ED1C19E6AEFD}" dt="2026-08-05T09:26:20.803" v="441" actId="108"/>
          <ac:picMkLst>
            <pc:docMk/>
            <pc:sldMk cId="3213489190" sldId="367"/>
            <ac:picMk id="7" creationId="{6C39BA75-CEE7-914F-D0C1-4AF00A9683DE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20.708" v="1359" actId="108"/>
        <pc:sldMkLst>
          <pc:docMk/>
          <pc:sldMk cId="1604464324" sldId="368"/>
        </pc:sldMkLst>
        <pc:spChg chg="mod ord">
          <ac:chgData name="Kovácsné Pusztai Kinga" userId="1282fdc4-838f-4805-a47a-02b770215156" providerId="ADAL" clId="{5C5F7C30-6626-4CCB-81FA-ED1C19E6AEFD}" dt="2026-08-05T14:25:12.277" v="1197" actId="20577"/>
          <ac:spMkLst>
            <pc:docMk/>
            <pc:sldMk cId="1604464324" sldId="368"/>
            <ac:spMk id="2" creationId="{CD1197DC-2A83-6FB6-8B09-FFF8F51C0D54}"/>
          </ac:spMkLst>
        </pc:spChg>
        <pc:spChg chg="del">
          <ac:chgData name="Kovácsné Pusztai Kinga" userId="1282fdc4-838f-4805-a47a-02b770215156" providerId="ADAL" clId="{5C5F7C30-6626-4CCB-81FA-ED1C19E6AEFD}" dt="2026-08-05T09:44:07.569" v="551" actId="478"/>
          <ac:spMkLst>
            <pc:docMk/>
            <pc:sldMk cId="1604464324" sldId="368"/>
            <ac:spMk id="3" creationId="{42E4F7E6-ECF1-90AB-2767-715BFB10062F}"/>
          </ac:spMkLst>
        </pc:spChg>
        <pc:picChg chg="add mod">
          <ac:chgData name="Kovácsné Pusztai Kinga" userId="1282fdc4-838f-4805-a47a-02b770215156" providerId="ADAL" clId="{5C5F7C30-6626-4CCB-81FA-ED1C19E6AEFD}" dt="2026-08-05T14:44:20.708" v="1359" actId="108"/>
          <ac:picMkLst>
            <pc:docMk/>
            <pc:sldMk cId="1604464324" sldId="368"/>
            <ac:picMk id="4" creationId="{5B58964B-1503-A40D-30AF-E54406E56040}"/>
          </ac:picMkLst>
        </pc:picChg>
        <pc:picChg chg="add mod">
          <ac:chgData name="Kovácsné Pusztai Kinga" userId="1282fdc4-838f-4805-a47a-02b770215156" providerId="ADAL" clId="{5C5F7C30-6626-4CCB-81FA-ED1C19E6AEFD}" dt="2026-08-05T14:44:19.786" v="1358" actId="108"/>
          <ac:picMkLst>
            <pc:docMk/>
            <pc:sldMk cId="1604464324" sldId="368"/>
            <ac:picMk id="5" creationId="{8148038D-5ACD-D6BC-72F2-003FC0B4CF8F}"/>
          </ac:picMkLst>
        </pc:picChg>
        <pc:picChg chg="add mod">
          <ac:chgData name="Kovácsné Pusztai Kinga" userId="1282fdc4-838f-4805-a47a-02b770215156" providerId="ADAL" clId="{5C5F7C30-6626-4CCB-81FA-ED1C19E6AEFD}" dt="2026-08-05T14:44:18.076" v="1357" actId="108"/>
          <ac:picMkLst>
            <pc:docMk/>
            <pc:sldMk cId="1604464324" sldId="368"/>
            <ac:picMk id="7" creationId="{33B296A5-5437-A235-C0E0-795055C79D56}"/>
          </ac:picMkLst>
        </pc:picChg>
      </pc:sldChg>
      <pc:sldChg chg="addSp delSp modSp new mod ord setBg">
        <pc:chgData name="Kovácsné Pusztai Kinga" userId="1282fdc4-838f-4805-a47a-02b770215156" providerId="ADAL" clId="{5C5F7C30-6626-4CCB-81FA-ED1C19E6AEFD}" dt="2026-08-05T14:43:52.830" v="1353" actId="108"/>
        <pc:sldMkLst>
          <pc:docMk/>
          <pc:sldMk cId="3260621185" sldId="369"/>
        </pc:sldMkLst>
        <pc:spChg chg="mod">
          <ac:chgData name="Kovácsné Pusztai Kinga" userId="1282fdc4-838f-4805-a47a-02b770215156" providerId="ADAL" clId="{5C5F7C30-6626-4CCB-81FA-ED1C19E6AEFD}" dt="2026-08-05T14:15:11.262" v="1144" actId="20577"/>
          <ac:spMkLst>
            <pc:docMk/>
            <pc:sldMk cId="3260621185" sldId="369"/>
            <ac:spMk id="2" creationId="{BE4E20B5-5518-E3FA-B1FF-FB7C6092C510}"/>
          </ac:spMkLst>
        </pc:spChg>
        <pc:spChg chg="mod">
          <ac:chgData name="Kovácsné Pusztai Kinga" userId="1282fdc4-838f-4805-a47a-02b770215156" providerId="ADAL" clId="{5C5F7C30-6626-4CCB-81FA-ED1C19E6AEFD}" dt="2026-08-05T14:16:20.562" v="1173" actId="20577"/>
          <ac:spMkLst>
            <pc:docMk/>
            <pc:sldMk cId="3260621185" sldId="369"/>
            <ac:spMk id="3" creationId="{3AB4FF82-F666-F8B4-33E6-4EA1190EB497}"/>
          </ac:spMkLst>
        </pc:spChg>
        <pc:picChg chg="add mod">
          <ac:chgData name="Kovácsné Pusztai Kinga" userId="1282fdc4-838f-4805-a47a-02b770215156" providerId="ADAL" clId="{5C5F7C30-6626-4CCB-81FA-ED1C19E6AEFD}" dt="2026-08-05T14:43:52.830" v="1353" actId="108"/>
          <ac:picMkLst>
            <pc:docMk/>
            <pc:sldMk cId="3260621185" sldId="369"/>
            <ac:picMk id="5" creationId="{443D69AF-1F83-8E19-70B9-16519FC56CE3}"/>
          </ac:picMkLst>
        </pc:picChg>
        <pc:picChg chg="del mod">
          <ac:chgData name="Kovácsné Pusztai Kinga" userId="1282fdc4-838f-4805-a47a-02b770215156" providerId="ADAL" clId="{5C5F7C30-6626-4CCB-81FA-ED1C19E6AEFD}" dt="2026-08-05T14:10:07.319" v="1051" actId="478"/>
          <ac:picMkLst>
            <pc:docMk/>
            <pc:sldMk cId="3260621185" sldId="369"/>
            <ac:picMk id="7" creationId="{C6A78121-F82E-E165-2BC5-D49F697886E1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25.828" v="1360" actId="108"/>
        <pc:sldMkLst>
          <pc:docMk/>
          <pc:sldMk cId="3240915888" sldId="370"/>
        </pc:sldMkLst>
        <pc:spChg chg="mod">
          <ac:chgData name="Kovácsné Pusztai Kinga" userId="1282fdc4-838f-4805-a47a-02b770215156" providerId="ADAL" clId="{5C5F7C30-6626-4CCB-81FA-ED1C19E6AEFD}" dt="2026-08-05T09:46:40.813" v="620" actId="1076"/>
          <ac:spMkLst>
            <pc:docMk/>
            <pc:sldMk cId="3240915888" sldId="370"/>
            <ac:spMk id="2" creationId="{6ACD2437-0ADB-6796-8340-372F7B855109}"/>
          </ac:spMkLst>
        </pc:spChg>
        <pc:spChg chg="del">
          <ac:chgData name="Kovácsné Pusztai Kinga" userId="1282fdc4-838f-4805-a47a-02b770215156" providerId="ADAL" clId="{5C5F7C30-6626-4CCB-81FA-ED1C19E6AEFD}" dt="2026-08-05T09:46:22.810" v="616" actId="22"/>
          <ac:spMkLst>
            <pc:docMk/>
            <pc:sldMk cId="3240915888" sldId="370"/>
            <ac:spMk id="3" creationId="{1A34D479-9397-19A5-E419-488350119450}"/>
          </ac:spMkLst>
        </pc:spChg>
        <pc:picChg chg="add mod ord">
          <ac:chgData name="Kovácsné Pusztai Kinga" userId="1282fdc4-838f-4805-a47a-02b770215156" providerId="ADAL" clId="{5C5F7C30-6626-4CCB-81FA-ED1C19E6AEFD}" dt="2026-08-05T14:44:25.828" v="1360" actId="108"/>
          <ac:picMkLst>
            <pc:docMk/>
            <pc:sldMk cId="3240915888" sldId="370"/>
            <ac:picMk id="5" creationId="{D300FC0A-48DF-A1B1-DCEC-64688F4F11C9}"/>
          </ac:picMkLst>
        </pc:picChg>
      </pc:sldChg>
      <pc:sldChg chg="addSp delSp modSp new mod setBg">
        <pc:chgData name="Kovácsné Pusztai Kinga" userId="1282fdc4-838f-4805-a47a-02b770215156" providerId="ADAL" clId="{5C5F7C30-6626-4CCB-81FA-ED1C19E6AEFD}" dt="2026-08-05T09:49:59.023" v="678" actId="14100"/>
        <pc:sldMkLst>
          <pc:docMk/>
          <pc:sldMk cId="785982474" sldId="371"/>
        </pc:sldMkLst>
        <pc:spChg chg="mod">
          <ac:chgData name="Kovácsné Pusztai Kinga" userId="1282fdc4-838f-4805-a47a-02b770215156" providerId="ADAL" clId="{5C5F7C30-6626-4CCB-81FA-ED1C19E6AEFD}" dt="2026-08-05T09:49:22.916" v="673" actId="1076"/>
          <ac:spMkLst>
            <pc:docMk/>
            <pc:sldMk cId="785982474" sldId="371"/>
            <ac:spMk id="2" creationId="{73A72CD6-B571-A3EB-58D2-89B79CF49FC8}"/>
          </ac:spMkLst>
        </pc:spChg>
        <pc:spChg chg="del">
          <ac:chgData name="Kovácsné Pusztai Kinga" userId="1282fdc4-838f-4805-a47a-02b770215156" providerId="ADAL" clId="{5C5F7C30-6626-4CCB-81FA-ED1C19E6AEFD}" dt="2026-08-05T09:48:56.573" v="669" actId="22"/>
          <ac:spMkLst>
            <pc:docMk/>
            <pc:sldMk cId="785982474" sldId="371"/>
            <ac:spMk id="3" creationId="{A6A0EF4A-6078-7F68-65D5-D9595B79983D}"/>
          </ac:spMkLst>
        </pc:spChg>
        <pc:spChg chg="add del">
          <ac:chgData name="Kovácsné Pusztai Kinga" userId="1282fdc4-838f-4805-a47a-02b770215156" providerId="ADAL" clId="{5C5F7C30-6626-4CCB-81FA-ED1C19E6AEFD}" dt="2026-08-05T09:49:12.633" v="671" actId="478"/>
          <ac:spMkLst>
            <pc:docMk/>
            <pc:sldMk cId="785982474" sldId="371"/>
            <ac:spMk id="11" creationId="{EDD9A4B2-FBAE-2657-0225-94C21C4F1752}"/>
          </ac:spMkLst>
        </pc:spChg>
        <pc:picChg chg="add mod">
          <ac:chgData name="Kovácsné Pusztai Kinga" userId="1282fdc4-838f-4805-a47a-02b770215156" providerId="ADAL" clId="{5C5F7C30-6626-4CCB-81FA-ED1C19E6AEFD}" dt="2026-08-05T09:49:30.318" v="675" actId="14100"/>
          <ac:picMkLst>
            <pc:docMk/>
            <pc:sldMk cId="785982474" sldId="371"/>
            <ac:picMk id="5" creationId="{9CB3790D-F9CC-3732-60C7-9454C567BE5A}"/>
          </ac:picMkLst>
        </pc:picChg>
        <pc:picChg chg="add mod ord">
          <ac:chgData name="Kovácsné Pusztai Kinga" userId="1282fdc4-838f-4805-a47a-02b770215156" providerId="ADAL" clId="{5C5F7C30-6626-4CCB-81FA-ED1C19E6AEFD}" dt="2026-08-05T09:49:59.023" v="678" actId="14100"/>
          <ac:picMkLst>
            <pc:docMk/>
            <pc:sldMk cId="785982474" sldId="371"/>
            <ac:picMk id="7" creationId="{FF277AE4-D438-A446-BE4A-2501734E8C33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37.653" v="1363" actId="108"/>
        <pc:sldMkLst>
          <pc:docMk/>
          <pc:sldMk cId="2667118772" sldId="372"/>
        </pc:sldMkLst>
        <pc:spChg chg="mod">
          <ac:chgData name="Kovácsné Pusztai Kinga" userId="1282fdc4-838f-4805-a47a-02b770215156" providerId="ADAL" clId="{5C5F7C30-6626-4CCB-81FA-ED1C19E6AEFD}" dt="2026-08-05T10:00:40.532" v="820" actId="20577"/>
          <ac:spMkLst>
            <pc:docMk/>
            <pc:sldMk cId="2667118772" sldId="372"/>
            <ac:spMk id="2" creationId="{D590CE20-61D0-F926-1673-82D19BF8D5E5}"/>
          </ac:spMkLst>
        </pc:spChg>
        <pc:spChg chg="del">
          <ac:chgData name="Kovácsné Pusztai Kinga" userId="1282fdc4-838f-4805-a47a-02b770215156" providerId="ADAL" clId="{5C5F7C30-6626-4CCB-81FA-ED1C19E6AEFD}" dt="2026-08-05T09:51:32.514" v="700" actId="22"/>
          <ac:spMkLst>
            <pc:docMk/>
            <pc:sldMk cId="2667118772" sldId="372"/>
            <ac:spMk id="3" creationId="{13EF22C0-561C-FD02-06EE-2B1D544DF8DB}"/>
          </ac:spMkLst>
        </pc:spChg>
        <pc:picChg chg="add mod ord">
          <ac:chgData name="Kovácsné Pusztai Kinga" userId="1282fdc4-838f-4805-a47a-02b770215156" providerId="ADAL" clId="{5C5F7C30-6626-4CCB-81FA-ED1C19E6AEFD}" dt="2026-08-05T14:44:36.882" v="1362" actId="108"/>
          <ac:picMkLst>
            <pc:docMk/>
            <pc:sldMk cId="2667118772" sldId="372"/>
            <ac:picMk id="5" creationId="{24BC9B42-A753-915D-CC1F-D9143C8C51B6}"/>
          </ac:picMkLst>
        </pc:picChg>
        <pc:picChg chg="add mod">
          <ac:chgData name="Kovácsné Pusztai Kinga" userId="1282fdc4-838f-4805-a47a-02b770215156" providerId="ADAL" clId="{5C5F7C30-6626-4CCB-81FA-ED1C19E6AEFD}" dt="2026-08-05T14:44:37.653" v="1363" actId="108"/>
          <ac:picMkLst>
            <pc:docMk/>
            <pc:sldMk cId="2667118772" sldId="372"/>
            <ac:picMk id="7" creationId="{14ED3B76-0F14-0F5B-C1B0-272CD8870F67}"/>
          </ac:picMkLst>
        </pc:picChg>
        <pc:picChg chg="add mod">
          <ac:chgData name="Kovácsné Pusztai Kinga" userId="1282fdc4-838f-4805-a47a-02b770215156" providerId="ADAL" clId="{5C5F7C30-6626-4CCB-81FA-ED1C19E6AEFD}" dt="2026-08-05T14:44:35.579" v="1361" actId="108"/>
          <ac:picMkLst>
            <pc:docMk/>
            <pc:sldMk cId="2667118772" sldId="372"/>
            <ac:picMk id="9" creationId="{4D76FA35-356F-0C0C-C3F8-2D083D1C2A3D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49.631" v="1367" actId="108"/>
        <pc:sldMkLst>
          <pc:docMk/>
          <pc:sldMk cId="2184087959" sldId="373"/>
        </pc:sldMkLst>
        <pc:spChg chg="mod">
          <ac:chgData name="Kovácsné Pusztai Kinga" userId="1282fdc4-838f-4805-a47a-02b770215156" providerId="ADAL" clId="{5C5F7C30-6626-4CCB-81FA-ED1C19E6AEFD}" dt="2026-08-05T10:00:10.540" v="798" actId="20577"/>
          <ac:spMkLst>
            <pc:docMk/>
            <pc:sldMk cId="2184087959" sldId="373"/>
            <ac:spMk id="2" creationId="{C48CE515-992B-D034-4DBD-3110222C0A14}"/>
          </ac:spMkLst>
        </pc:spChg>
        <pc:spChg chg="del">
          <ac:chgData name="Kovácsné Pusztai Kinga" userId="1282fdc4-838f-4805-a47a-02b770215156" providerId="ADAL" clId="{5C5F7C30-6626-4CCB-81FA-ED1C19E6AEFD}" dt="2026-08-05T09:59:31.428" v="787" actId="478"/>
          <ac:spMkLst>
            <pc:docMk/>
            <pc:sldMk cId="2184087959" sldId="373"/>
            <ac:spMk id="3" creationId="{B64C3F58-137F-E509-903D-6FB6C50EAFD0}"/>
          </ac:spMkLst>
        </pc:spChg>
        <pc:picChg chg="add mod">
          <ac:chgData name="Kovácsné Pusztai Kinga" userId="1282fdc4-838f-4805-a47a-02b770215156" providerId="ADAL" clId="{5C5F7C30-6626-4CCB-81FA-ED1C19E6AEFD}" dt="2026-08-05T14:44:48.816" v="1366" actId="108"/>
          <ac:picMkLst>
            <pc:docMk/>
            <pc:sldMk cId="2184087959" sldId="373"/>
            <ac:picMk id="5" creationId="{B896EFA0-FDF5-214E-27C4-18F01C051F81}"/>
          </ac:picMkLst>
        </pc:picChg>
        <pc:picChg chg="add mod">
          <ac:chgData name="Kovácsné Pusztai Kinga" userId="1282fdc4-838f-4805-a47a-02b770215156" providerId="ADAL" clId="{5C5F7C30-6626-4CCB-81FA-ED1C19E6AEFD}" dt="2026-08-05T14:44:49.631" v="1367" actId="108"/>
          <ac:picMkLst>
            <pc:docMk/>
            <pc:sldMk cId="2184087959" sldId="373"/>
            <ac:picMk id="7" creationId="{146F80D5-52EB-574F-2397-FCC599AFFA3E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0:03:50.361" v="930" actId="1076"/>
        <pc:sldMkLst>
          <pc:docMk/>
          <pc:sldMk cId="1987555021" sldId="374"/>
        </pc:sldMkLst>
        <pc:spChg chg="mod">
          <ac:chgData name="Kovácsné Pusztai Kinga" userId="1282fdc4-838f-4805-a47a-02b770215156" providerId="ADAL" clId="{5C5F7C30-6626-4CCB-81FA-ED1C19E6AEFD}" dt="2026-08-05T10:02:47.946" v="873" actId="1076"/>
          <ac:spMkLst>
            <pc:docMk/>
            <pc:sldMk cId="1987555021" sldId="374"/>
            <ac:spMk id="2" creationId="{0D65F2D1-F48A-141B-C383-DE7C47EEDBD9}"/>
          </ac:spMkLst>
        </pc:spChg>
        <pc:spChg chg="del">
          <ac:chgData name="Kovácsné Pusztai Kinga" userId="1282fdc4-838f-4805-a47a-02b770215156" providerId="ADAL" clId="{5C5F7C30-6626-4CCB-81FA-ED1C19E6AEFD}" dt="2026-08-05T10:01:33.269" v="862" actId="478"/>
          <ac:spMkLst>
            <pc:docMk/>
            <pc:sldMk cId="1987555021" sldId="374"/>
            <ac:spMk id="3" creationId="{345F61A0-CDBB-F37E-7B41-D9A1583ECABC}"/>
          </ac:spMkLst>
        </pc:spChg>
        <pc:picChg chg="add mod">
          <ac:chgData name="Kovácsné Pusztai Kinga" userId="1282fdc4-838f-4805-a47a-02b770215156" providerId="ADAL" clId="{5C5F7C30-6626-4CCB-81FA-ED1C19E6AEFD}" dt="2026-08-05T10:03:50.361" v="930" actId="1076"/>
          <ac:picMkLst>
            <pc:docMk/>
            <pc:sldMk cId="1987555021" sldId="374"/>
            <ac:picMk id="5" creationId="{07774996-0E94-3BCB-6741-D1676702E28D}"/>
          </ac:picMkLst>
        </pc:picChg>
        <pc:picChg chg="add mod">
          <ac:chgData name="Kovácsné Pusztai Kinga" userId="1282fdc4-838f-4805-a47a-02b770215156" providerId="ADAL" clId="{5C5F7C30-6626-4CCB-81FA-ED1C19E6AEFD}" dt="2026-08-05T10:03:45.667" v="929" actId="1038"/>
          <ac:picMkLst>
            <pc:docMk/>
            <pc:sldMk cId="1987555021" sldId="374"/>
            <ac:picMk id="7" creationId="{B6171523-1E50-1B57-54DC-0FEEAB5EDFB5}"/>
          </ac:picMkLst>
        </pc:picChg>
        <pc:picChg chg="add mod">
          <ac:chgData name="Kovácsné Pusztai Kinga" userId="1282fdc4-838f-4805-a47a-02b770215156" providerId="ADAL" clId="{5C5F7C30-6626-4CCB-81FA-ED1C19E6AEFD}" dt="2026-08-05T10:03:45.667" v="929" actId="1038"/>
          <ac:picMkLst>
            <pc:docMk/>
            <pc:sldMk cId="1987555021" sldId="374"/>
            <ac:picMk id="9" creationId="{E6F0CBF4-E6B0-F5AB-0454-42D2F162BFB9}"/>
          </ac:picMkLst>
        </pc:picChg>
        <pc:picChg chg="add mod">
          <ac:chgData name="Kovácsné Pusztai Kinga" userId="1282fdc4-838f-4805-a47a-02b770215156" providerId="ADAL" clId="{5C5F7C30-6626-4CCB-81FA-ED1C19E6AEFD}" dt="2026-08-05T10:03:45.667" v="929" actId="1038"/>
          <ac:picMkLst>
            <pc:docMk/>
            <pc:sldMk cId="1987555021" sldId="374"/>
            <ac:picMk id="11" creationId="{85B7580F-718F-69F9-3099-3B2E18642987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56.059" v="1370" actId="108"/>
        <pc:sldMkLst>
          <pc:docMk/>
          <pc:sldMk cId="1332057132" sldId="375"/>
        </pc:sldMkLst>
        <pc:spChg chg="mod">
          <ac:chgData name="Kovácsné Pusztai Kinga" userId="1282fdc4-838f-4805-a47a-02b770215156" providerId="ADAL" clId="{5C5F7C30-6626-4CCB-81FA-ED1C19E6AEFD}" dt="2026-08-05T14:39:56.106" v="1298" actId="113"/>
          <ac:spMkLst>
            <pc:docMk/>
            <pc:sldMk cId="1332057132" sldId="375"/>
            <ac:spMk id="2" creationId="{ACC76453-5CA1-C290-54D3-F173D4123EBE}"/>
          </ac:spMkLst>
        </pc:spChg>
        <pc:spChg chg="del">
          <ac:chgData name="Kovácsné Pusztai Kinga" userId="1282fdc4-838f-4805-a47a-02b770215156" providerId="ADAL" clId="{5C5F7C30-6626-4CCB-81FA-ED1C19E6AEFD}" dt="2026-08-05T10:04:44.115" v="978" actId="478"/>
          <ac:spMkLst>
            <pc:docMk/>
            <pc:sldMk cId="1332057132" sldId="375"/>
            <ac:spMk id="3" creationId="{AB4CFC7A-084A-CF28-8ED2-F7FEB770F470}"/>
          </ac:spMkLst>
        </pc:spChg>
        <pc:picChg chg="add mod">
          <ac:chgData name="Kovácsné Pusztai Kinga" userId="1282fdc4-838f-4805-a47a-02b770215156" providerId="ADAL" clId="{5C5F7C30-6626-4CCB-81FA-ED1C19E6AEFD}" dt="2026-08-05T14:44:54.149" v="1368" actId="108"/>
          <ac:picMkLst>
            <pc:docMk/>
            <pc:sldMk cId="1332057132" sldId="375"/>
            <ac:picMk id="4" creationId="{B7B598CA-7CD1-55F2-56A4-8964F57EFAD2}"/>
          </ac:picMkLst>
        </pc:picChg>
        <pc:picChg chg="add del mod">
          <ac:chgData name="Kovácsné Pusztai Kinga" userId="1282fdc4-838f-4805-a47a-02b770215156" providerId="ADAL" clId="{5C5F7C30-6626-4CCB-81FA-ED1C19E6AEFD}" dt="2026-08-05T14:38:52.358" v="1284" actId="478"/>
          <ac:picMkLst>
            <pc:docMk/>
            <pc:sldMk cId="1332057132" sldId="375"/>
            <ac:picMk id="5" creationId="{D50E57C3-906C-E8CB-7972-1ECACB0B1A2A}"/>
          </ac:picMkLst>
        </pc:picChg>
        <pc:picChg chg="add mod">
          <ac:chgData name="Kovácsné Pusztai Kinga" userId="1282fdc4-838f-4805-a47a-02b770215156" providerId="ADAL" clId="{5C5F7C30-6626-4CCB-81FA-ED1C19E6AEFD}" dt="2026-08-05T14:44:56.059" v="1370" actId="108"/>
          <ac:picMkLst>
            <pc:docMk/>
            <pc:sldMk cId="1332057132" sldId="375"/>
            <ac:picMk id="7" creationId="{E3EDA73A-7EF4-2DC9-F4DE-3BB1226E1811}"/>
          </ac:picMkLst>
        </pc:picChg>
        <pc:picChg chg="add mod ord">
          <ac:chgData name="Kovácsné Pusztai Kinga" userId="1282fdc4-838f-4805-a47a-02b770215156" providerId="ADAL" clId="{5C5F7C30-6626-4CCB-81FA-ED1C19E6AEFD}" dt="2026-08-05T14:44:55.313" v="1369" actId="108"/>
          <ac:picMkLst>
            <pc:docMk/>
            <pc:sldMk cId="1332057132" sldId="375"/>
            <ac:picMk id="9" creationId="{2258232F-956B-3CC7-ACB9-847BCB043C94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5:15.571" v="1373" actId="14100"/>
        <pc:sldMkLst>
          <pc:docMk/>
          <pc:sldMk cId="634447340" sldId="376"/>
        </pc:sldMkLst>
        <pc:spChg chg="mod">
          <ac:chgData name="Kovácsné Pusztai Kinga" userId="1282fdc4-838f-4805-a47a-02b770215156" providerId="ADAL" clId="{5C5F7C30-6626-4CCB-81FA-ED1C19E6AEFD}" dt="2026-08-05T10:06:14.204" v="1042" actId="1076"/>
          <ac:spMkLst>
            <pc:docMk/>
            <pc:sldMk cId="634447340" sldId="376"/>
            <ac:spMk id="2" creationId="{9C32AFBE-3C84-39C8-DCDA-2D90F24BD4A3}"/>
          </ac:spMkLst>
        </pc:spChg>
        <pc:spChg chg="del">
          <ac:chgData name="Kovácsné Pusztai Kinga" userId="1282fdc4-838f-4805-a47a-02b770215156" providerId="ADAL" clId="{5C5F7C30-6626-4CCB-81FA-ED1C19E6AEFD}" dt="2026-08-05T10:05:48.636" v="1036" actId="478"/>
          <ac:spMkLst>
            <pc:docMk/>
            <pc:sldMk cId="634447340" sldId="376"/>
            <ac:spMk id="3" creationId="{D0333713-6C18-4DB4-E041-399F7E9A8B2E}"/>
          </ac:spMkLst>
        </pc:spChg>
        <pc:picChg chg="add mod">
          <ac:chgData name="Kovácsné Pusztai Kinga" userId="1282fdc4-838f-4805-a47a-02b770215156" providerId="ADAL" clId="{5C5F7C30-6626-4CCB-81FA-ED1C19E6AEFD}" dt="2026-08-05T14:45:15.571" v="1373" actId="14100"/>
          <ac:picMkLst>
            <pc:docMk/>
            <pc:sldMk cId="634447340" sldId="376"/>
            <ac:picMk id="5" creationId="{11FB782F-1378-5955-F810-5BD17E976089}"/>
          </ac:picMkLst>
        </pc:picChg>
      </pc:sldChg>
      <pc:sldChg chg="add">
        <pc:chgData name="Kovácsné Pusztai Kinga" userId="1282fdc4-838f-4805-a47a-02b770215156" providerId="ADAL" clId="{5C5F7C30-6626-4CCB-81FA-ED1C19E6AEFD}" dt="2026-08-05T14:08:47.327" v="1049"/>
        <pc:sldMkLst>
          <pc:docMk/>
          <pc:sldMk cId="2587242983" sldId="377"/>
        </pc:sldMkLst>
      </pc:sldChg>
      <pc:sldChg chg="add">
        <pc:chgData name="Kovácsné Pusztai Kinga" userId="1282fdc4-838f-4805-a47a-02b770215156" providerId="ADAL" clId="{5C5F7C30-6626-4CCB-81FA-ED1C19E6AEFD}" dt="2026-08-05T14:08:47.327" v="1049"/>
        <pc:sldMkLst>
          <pc:docMk/>
          <pc:sldMk cId="887470973" sldId="378"/>
        </pc:sldMkLst>
      </pc:sldChg>
      <pc:sldChg chg="add">
        <pc:chgData name="Kovácsné Pusztai Kinga" userId="1282fdc4-838f-4805-a47a-02b770215156" providerId="ADAL" clId="{5C5F7C30-6626-4CCB-81FA-ED1C19E6AEFD}" dt="2026-08-05T14:08:47.327" v="1049"/>
        <pc:sldMkLst>
          <pc:docMk/>
          <pc:sldMk cId="2664714621" sldId="379"/>
        </pc:sldMkLst>
      </pc:sldChg>
      <pc:sldChg chg="add">
        <pc:chgData name="Kovácsné Pusztai Kinga" userId="1282fdc4-838f-4805-a47a-02b770215156" providerId="ADAL" clId="{5C5F7C30-6626-4CCB-81FA-ED1C19E6AEFD}" dt="2026-08-05T14:08:47.327" v="1049"/>
        <pc:sldMkLst>
          <pc:docMk/>
          <pc:sldMk cId="2277441302" sldId="380"/>
        </pc:sldMkLst>
      </pc:sldChg>
      <pc:sldChg chg="addSp delSp modSp new mod">
        <pc:chgData name="Kovácsné Pusztai Kinga" userId="1282fdc4-838f-4805-a47a-02b770215156" providerId="ADAL" clId="{5C5F7C30-6626-4CCB-81FA-ED1C19E6AEFD}" dt="2026-08-05T14:44:42.320" v="1364" actId="108"/>
        <pc:sldMkLst>
          <pc:docMk/>
          <pc:sldMk cId="2753180193" sldId="381"/>
        </pc:sldMkLst>
        <pc:spChg chg="mod">
          <ac:chgData name="Kovácsné Pusztai Kinga" userId="1282fdc4-838f-4805-a47a-02b770215156" providerId="ADAL" clId="{5C5F7C30-6626-4CCB-81FA-ED1C19E6AEFD}" dt="2026-08-05T14:30:43.049" v="1234" actId="14100"/>
          <ac:spMkLst>
            <pc:docMk/>
            <pc:sldMk cId="2753180193" sldId="381"/>
            <ac:spMk id="2" creationId="{1433CA00-E294-ED16-D755-6860819116FB}"/>
          </ac:spMkLst>
        </pc:spChg>
        <pc:spChg chg="del">
          <ac:chgData name="Kovácsné Pusztai Kinga" userId="1282fdc4-838f-4805-a47a-02b770215156" providerId="ADAL" clId="{5C5F7C30-6626-4CCB-81FA-ED1C19E6AEFD}" dt="2026-08-05T14:28:04.476" v="1199" actId="22"/>
          <ac:spMkLst>
            <pc:docMk/>
            <pc:sldMk cId="2753180193" sldId="381"/>
            <ac:spMk id="3" creationId="{8789C27D-5DF0-97F0-4AB8-05562910F411}"/>
          </ac:spMkLst>
        </pc:spChg>
        <pc:picChg chg="add mod ord">
          <ac:chgData name="Kovácsné Pusztai Kinga" userId="1282fdc4-838f-4805-a47a-02b770215156" providerId="ADAL" clId="{5C5F7C30-6626-4CCB-81FA-ED1C19E6AEFD}" dt="2026-08-05T14:44:42.320" v="1364" actId="108"/>
          <ac:picMkLst>
            <pc:docMk/>
            <pc:sldMk cId="2753180193" sldId="381"/>
            <ac:picMk id="5" creationId="{817DEEAC-E659-6D2C-3DFA-5D7396BE31E6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44.468" v="1365" actId="108"/>
        <pc:sldMkLst>
          <pc:docMk/>
          <pc:sldMk cId="3720885517" sldId="382"/>
        </pc:sldMkLst>
        <pc:spChg chg="mod">
          <ac:chgData name="Kovácsné Pusztai Kinga" userId="1282fdc4-838f-4805-a47a-02b770215156" providerId="ADAL" clId="{5C5F7C30-6626-4CCB-81FA-ED1C19E6AEFD}" dt="2026-08-05T14:33:47.326" v="1271" actId="1076"/>
          <ac:spMkLst>
            <pc:docMk/>
            <pc:sldMk cId="3720885517" sldId="382"/>
            <ac:spMk id="2" creationId="{B8CD6E76-D29A-5628-3C49-5B0A85868B16}"/>
          </ac:spMkLst>
        </pc:spChg>
        <pc:spChg chg="del">
          <ac:chgData name="Kovácsné Pusztai Kinga" userId="1282fdc4-838f-4805-a47a-02b770215156" providerId="ADAL" clId="{5C5F7C30-6626-4CCB-81FA-ED1C19E6AEFD}" dt="2026-08-05T14:33:39.485" v="1268" actId="478"/>
          <ac:spMkLst>
            <pc:docMk/>
            <pc:sldMk cId="3720885517" sldId="382"/>
            <ac:spMk id="3" creationId="{9E4F3FA8-F8CB-C081-CDC0-2CC5FB947F7D}"/>
          </ac:spMkLst>
        </pc:spChg>
        <pc:picChg chg="add mod">
          <ac:chgData name="Kovácsné Pusztai Kinga" userId="1282fdc4-838f-4805-a47a-02b770215156" providerId="ADAL" clId="{5C5F7C30-6626-4CCB-81FA-ED1C19E6AEFD}" dt="2026-08-05T14:44:44.468" v="1365" actId="108"/>
          <ac:picMkLst>
            <pc:docMk/>
            <pc:sldMk cId="3720885517" sldId="382"/>
            <ac:picMk id="5" creationId="{5C38FB53-20DB-579E-674F-C8471550A9F3}"/>
          </ac:picMkLst>
        </pc:picChg>
      </pc:sldChg>
      <pc:sldChg chg="addSp delSp modSp new mod">
        <pc:chgData name="Kovácsné Pusztai Kinga" userId="1282fdc4-838f-4805-a47a-02b770215156" providerId="ADAL" clId="{5C5F7C30-6626-4CCB-81FA-ED1C19E6AEFD}" dt="2026-08-05T14:44:58.720" v="1371" actId="108"/>
        <pc:sldMkLst>
          <pc:docMk/>
          <pc:sldMk cId="2038008378" sldId="383"/>
        </pc:sldMkLst>
        <pc:spChg chg="mod">
          <ac:chgData name="Kovácsné Pusztai Kinga" userId="1282fdc4-838f-4805-a47a-02b770215156" providerId="ADAL" clId="{5C5F7C30-6626-4CCB-81FA-ED1C19E6AEFD}" dt="2026-08-05T14:41:44.194" v="1341" actId="14100"/>
          <ac:spMkLst>
            <pc:docMk/>
            <pc:sldMk cId="2038008378" sldId="383"/>
            <ac:spMk id="2" creationId="{FAC2FD16-115B-8035-916F-A743EBF86075}"/>
          </ac:spMkLst>
        </pc:spChg>
        <pc:spChg chg="del">
          <ac:chgData name="Kovácsné Pusztai Kinga" userId="1282fdc4-838f-4805-a47a-02b770215156" providerId="ADAL" clId="{5C5F7C30-6626-4CCB-81FA-ED1C19E6AEFD}" dt="2026-08-05T14:41:29.053" v="1337" actId="22"/>
          <ac:spMkLst>
            <pc:docMk/>
            <pc:sldMk cId="2038008378" sldId="383"/>
            <ac:spMk id="3" creationId="{6E8A7604-0DBF-10AD-CB7D-D4E8EFC0DB21}"/>
          </ac:spMkLst>
        </pc:spChg>
        <pc:picChg chg="add mod ord">
          <ac:chgData name="Kovácsné Pusztai Kinga" userId="1282fdc4-838f-4805-a47a-02b770215156" providerId="ADAL" clId="{5C5F7C30-6626-4CCB-81FA-ED1C19E6AEFD}" dt="2026-08-05T14:44:58.720" v="1371" actId="108"/>
          <ac:picMkLst>
            <pc:docMk/>
            <pc:sldMk cId="2038008378" sldId="383"/>
            <ac:picMk id="5" creationId="{8F06B8A3-EDCA-7E05-AF02-73A90058EF0D}"/>
          </ac:picMkLst>
        </pc:picChg>
      </pc:sldChg>
      <pc:sldChg chg="addSp delSp modSp add mod">
        <pc:chgData name="Kovácsné Pusztai Kinga" userId="1282fdc4-838f-4805-a47a-02b770215156" providerId="ADAL" clId="{5C5F7C30-6626-4CCB-81FA-ED1C19E6AEFD}" dt="2026-08-05T14:43:58.516" v="1355" actId="108"/>
        <pc:sldMkLst>
          <pc:docMk/>
          <pc:sldMk cId="4026877185" sldId="384"/>
        </pc:sldMkLst>
        <pc:spChg chg="del">
          <ac:chgData name="Kovácsné Pusztai Kinga" userId="1282fdc4-838f-4805-a47a-02b770215156" providerId="ADAL" clId="{5C5F7C30-6626-4CCB-81FA-ED1C19E6AEFD}" dt="2026-08-05T14:43:24.183" v="1348" actId="478"/>
          <ac:spMkLst>
            <pc:docMk/>
            <pc:sldMk cId="4026877185" sldId="384"/>
            <ac:spMk id="3" creationId="{DF7823B7-0337-85FF-9C0C-D2E5CF250EAF}"/>
          </ac:spMkLst>
        </pc:spChg>
        <pc:spChg chg="add del mod">
          <ac:chgData name="Kovácsné Pusztai Kinga" userId="1282fdc4-838f-4805-a47a-02b770215156" providerId="ADAL" clId="{5C5F7C30-6626-4CCB-81FA-ED1C19E6AEFD}" dt="2026-08-05T14:43:28.790" v="1349" actId="478"/>
          <ac:spMkLst>
            <pc:docMk/>
            <pc:sldMk cId="4026877185" sldId="384"/>
            <ac:spMk id="9" creationId="{D02197F0-BED2-B615-1ADB-87BEC6AE882A}"/>
          </ac:spMkLst>
        </pc:spChg>
        <pc:picChg chg="del">
          <ac:chgData name="Kovácsné Pusztai Kinga" userId="1282fdc4-838f-4805-a47a-02b770215156" providerId="ADAL" clId="{5C5F7C30-6626-4CCB-81FA-ED1C19E6AEFD}" dt="2026-08-05T14:42:51.793" v="1344" actId="478"/>
          <ac:picMkLst>
            <pc:docMk/>
            <pc:sldMk cId="4026877185" sldId="384"/>
            <ac:picMk id="5" creationId="{B948A664-1883-DEE0-EAD2-7422377E30A7}"/>
          </ac:picMkLst>
        </pc:picChg>
        <pc:picChg chg="del">
          <ac:chgData name="Kovácsné Pusztai Kinga" userId="1282fdc4-838f-4805-a47a-02b770215156" providerId="ADAL" clId="{5C5F7C30-6626-4CCB-81FA-ED1C19E6AEFD}" dt="2026-08-05T14:42:55.888" v="1345" actId="478"/>
          <ac:picMkLst>
            <pc:docMk/>
            <pc:sldMk cId="4026877185" sldId="384"/>
            <ac:picMk id="6" creationId="{53C421B1-B732-5204-56B1-D9BA2FB2CDBE}"/>
          </ac:picMkLst>
        </pc:picChg>
        <pc:picChg chg="add mod">
          <ac:chgData name="Kovácsné Pusztai Kinga" userId="1282fdc4-838f-4805-a47a-02b770215156" providerId="ADAL" clId="{5C5F7C30-6626-4CCB-81FA-ED1C19E6AEFD}" dt="2026-08-05T14:43:58.516" v="1355" actId="108"/>
          <ac:picMkLst>
            <pc:docMk/>
            <pc:sldMk cId="4026877185" sldId="384"/>
            <ac:picMk id="7" creationId="{4845FA8A-E6BE-572D-C2B2-41B0B61E1A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4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notebook/6bc87efa-282f-45c3-88dd-9a0800294c5f/artifact/1c201fbd-bd71-4547-8db0-136eb1a1cde9?utm_source=nlm_web_share&amp;utm_medium=google_oo&amp;utm_campaign=art_share_2&amp;utm_content=&amp;utm_smc=nlm_web_share_google_oo_art_share_2_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 dirty="0"/>
              <a:t>Algoritmusok és adatszerkezetek I.</a:t>
            </a:r>
            <a:br>
              <a:rPr lang="hu-HU" b="1" dirty="0"/>
            </a:br>
            <a:r>
              <a:rPr lang="hu-HU" b="1" dirty="0"/>
              <a:t>4.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4216400"/>
            <a:ext cx="5332411" cy="1317566"/>
          </a:xfrm>
        </p:spPr>
        <p:txBody>
          <a:bodyPr>
            <a:normAutofit/>
          </a:bodyPr>
          <a:lstStyle/>
          <a:p>
            <a:r>
              <a:rPr lang="hu-HU" sz="4000" b="1" dirty="0">
                <a:solidFill>
                  <a:srgbClr val="C00000"/>
                </a:solidFill>
              </a:rPr>
              <a:t>Gyorsrendezés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602" y="70835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2639"/>
            <a:ext cx="10018713" cy="3960413"/>
          </a:xfrm>
        </p:spPr>
        <p:txBody>
          <a:bodyPr>
            <a:normAutofit/>
          </a:bodyPr>
          <a:lstStyle/>
          <a:p>
            <a:r>
              <a:rPr lang="hu-HU" sz="2800" dirty="0">
                <a:hlinkClick r:id="rId2" action="ppaction://hlinksldjump" tooltip="Kétirányú listák "/>
              </a:rPr>
              <a:t>Gyorsrendezés</a:t>
            </a:r>
            <a:endParaRPr lang="hu-HU" sz="2800" dirty="0"/>
          </a:p>
          <a:p>
            <a:r>
              <a:rPr lang="hu-HU" sz="2800" dirty="0" err="1">
                <a:hlinkClick r:id="rId3" action="ppaction://hlinksldjump" tooltip="Kétirányú listák "/>
              </a:rPr>
              <a:t>Partition</a:t>
            </a:r>
            <a:r>
              <a:rPr lang="hu-HU" sz="2800" dirty="0">
                <a:hlinkClick r:id="rId3" action="ppaction://hlinksldjump" tooltip="Kétirányú listák "/>
              </a:rPr>
              <a:t> függvény</a:t>
            </a:r>
            <a:endParaRPr lang="hu-HU" sz="2800" dirty="0"/>
          </a:p>
          <a:p>
            <a:r>
              <a:rPr lang="hu-HU" sz="2800" dirty="0">
                <a:hlinkClick r:id="rId4" action="ppaction://hlinksldjump"/>
              </a:rPr>
              <a:t>A gyorsrendezés (</a:t>
            </a:r>
            <a:r>
              <a:rPr lang="hu-HU" sz="2800" dirty="0" err="1">
                <a:hlinkClick r:id="rId4" action="ppaction://hlinksldjump"/>
              </a:rPr>
              <a:t>quicksort</a:t>
            </a:r>
            <a:r>
              <a:rPr lang="hu-HU" sz="2800" dirty="0">
                <a:hlinkClick r:id="rId4" action="ppaction://hlinksldjump"/>
              </a:rPr>
              <a:t>) C# kódja</a:t>
            </a:r>
            <a:endParaRPr lang="hu-HU" sz="2800" dirty="0"/>
          </a:p>
          <a:p>
            <a:r>
              <a:rPr lang="fr-FR" sz="2800" dirty="0">
                <a:hlinkClick r:id="rId5" action="ppaction://hlinksldjump"/>
              </a:rPr>
              <a:t>A gyorsrendezés (quicksort) m</a:t>
            </a:r>
            <a:r>
              <a:rPr lang="hu-HU" sz="2800" dirty="0">
                <a:hlinkClick r:id="rId5" action="ppaction://hlinksldjump"/>
              </a:rPr>
              <a:t>ű</a:t>
            </a:r>
            <a:r>
              <a:rPr lang="fr-FR" sz="2800" dirty="0">
                <a:hlinkClick r:id="rId5" action="ppaction://hlinksldjump"/>
              </a:rPr>
              <a:t>veletigénye</a:t>
            </a:r>
            <a:endParaRPr lang="hu-HU" sz="2800" dirty="0"/>
          </a:p>
          <a:p>
            <a:r>
              <a:rPr lang="hu-HU" sz="2800" dirty="0">
                <a:hlinkClick r:id="rId6" action="ppaction://hlinksldjump"/>
              </a:rPr>
              <a:t>Gyorsrendezés lejátszása</a:t>
            </a:r>
            <a:endParaRPr lang="hu-HU" sz="2800" dirty="0"/>
          </a:p>
          <a:p>
            <a:r>
              <a:rPr lang="hu-HU" sz="2800" dirty="0">
                <a:hlinkClick r:id="rId7" action="ppaction://hlinksldjump"/>
              </a:rPr>
              <a:t>Vegyes gyorsrendezés</a:t>
            </a:r>
            <a:endParaRPr lang="hu-HU" sz="2800" dirty="0"/>
          </a:p>
          <a:p>
            <a:endParaRPr lang="hu-HU" dirty="0"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8EE0C9-1BC2-9AE7-BF50-F393B33AB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80191"/>
            <a:ext cx="10018713" cy="1143000"/>
          </a:xfrm>
        </p:spPr>
        <p:txBody>
          <a:bodyPr/>
          <a:lstStyle/>
          <a:p>
            <a:r>
              <a:rPr lang="hu-HU" dirty="0"/>
              <a:t>Gyorsrendezés - Quicksort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228AA0-EB16-D958-0547-E7417D8A6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268" y="1261900"/>
            <a:ext cx="7035745" cy="953694"/>
          </a:xfrm>
        </p:spPr>
        <p:txBody>
          <a:bodyPr anchor="t"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kern="0" dirty="0">
                <a:effectLst/>
                <a:ea typeface="Aptos" panose="020B0004020202020204" pitchFamily="34" charset="0"/>
                <a:cs typeface="F78"/>
              </a:rPr>
              <a:t>Jelenleg </a:t>
            </a:r>
            <a:r>
              <a:rPr lang="hu-HU" sz="2800" kern="0" dirty="0">
                <a:effectLst/>
                <a:ea typeface="Aptos" panose="020B0004020202020204" pitchFamily="34" charset="0"/>
                <a:cs typeface="F29"/>
              </a:rPr>
              <a:t>nem ismerünk elfogadható hatékonyságú stabil </a:t>
            </a:r>
            <a:r>
              <a:rPr lang="hu-HU" sz="2800" kern="0" dirty="0">
                <a:ea typeface="Aptos" panose="020B0004020202020204" pitchFamily="34" charset="0"/>
                <a:cs typeface="F29"/>
              </a:rPr>
              <a:t>Q</a:t>
            </a:r>
            <a:r>
              <a:rPr lang="hu-HU" sz="2800" kern="0" dirty="0">
                <a:effectLst/>
                <a:ea typeface="Aptos" panose="020B0004020202020204" pitchFamily="34" charset="0"/>
                <a:cs typeface="F29"/>
              </a:rPr>
              <a:t>uicksort tömbrendezőt</a:t>
            </a:r>
            <a:endParaRPr lang="hu-HU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elhő 5">
            <a:extLst>
              <a:ext uri="{FF2B5EF4-FFF2-40B4-BE49-F238E27FC236}">
                <a16:creationId xmlns:a16="http://schemas.microsoft.com/office/drawing/2014/main" id="{C5D74839-7596-B5E4-76DF-10172C2E5C7C}"/>
              </a:ext>
            </a:extLst>
          </p:cNvPr>
          <p:cNvSpPr/>
          <p:nvPr/>
        </p:nvSpPr>
        <p:spPr>
          <a:xfrm rot="20373027">
            <a:off x="759725" y="2690138"/>
            <a:ext cx="4954890" cy="2200452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elhő 6">
            <a:extLst>
              <a:ext uri="{FF2B5EF4-FFF2-40B4-BE49-F238E27FC236}">
                <a16:creationId xmlns:a16="http://schemas.microsoft.com/office/drawing/2014/main" id="{97C87142-CD38-2430-7FED-9E464AC5F068}"/>
              </a:ext>
            </a:extLst>
          </p:cNvPr>
          <p:cNvSpPr/>
          <p:nvPr/>
        </p:nvSpPr>
        <p:spPr>
          <a:xfrm rot="1774180">
            <a:off x="6342062" y="2839053"/>
            <a:ext cx="5660569" cy="2513251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A2980ED8-354E-CFD4-5428-C2F86D6626B4}"/>
              </a:ext>
            </a:extLst>
          </p:cNvPr>
          <p:cNvSpPr txBox="1">
            <a:spLocks/>
          </p:cNvSpPr>
          <p:nvPr/>
        </p:nvSpPr>
        <p:spPr>
          <a:xfrm rot="1727456">
            <a:off x="6683378" y="3269932"/>
            <a:ext cx="5346796" cy="19813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Ha a 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stabilitás nem szükséges</a:t>
            </a:r>
          </a:p>
          <a:p>
            <a:pPr marL="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>
                <a:ea typeface="Aptos" panose="020B0004020202020204" pitchFamily="34" charset="0"/>
                <a:cs typeface="F29"/>
              </a:rPr>
              <a:t> Quicksort és továbbfejlesztései</a:t>
            </a:r>
            <a:endParaRPr lang="hu-HU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 indent="44958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a typeface="Aptos" panose="020B0004020202020204" pitchFamily="34" charset="0"/>
                <a:cs typeface="F78"/>
              </a:rPr>
              <a:t>nagyméretű tömbök</a:t>
            </a:r>
            <a:r>
              <a:rPr lang="hu-HU" sz="1800" kern="0" dirty="0">
                <a:ea typeface="Aptos" panose="020B0004020202020204" pitchFamily="34" charset="0"/>
                <a:cs typeface="F29"/>
              </a:rPr>
              <a:t>re </a:t>
            </a:r>
            <a:r>
              <a:rPr lang="hu-HU" sz="1800" kern="0" dirty="0">
                <a:ea typeface="Aptos" panose="020B0004020202020204" pitchFamily="34" charset="0"/>
                <a:cs typeface="F78"/>
              </a:rPr>
              <a:t>ennek </a:t>
            </a:r>
            <a:br>
              <a:rPr lang="hu-HU" sz="1800" kern="0" dirty="0">
                <a:ea typeface="Aptos" panose="020B0004020202020204" pitchFamily="34" charset="0"/>
                <a:cs typeface="F78"/>
              </a:rPr>
            </a:br>
            <a:r>
              <a:rPr lang="hu-HU" sz="1800" kern="0" dirty="0">
                <a:ea typeface="Aptos" panose="020B0004020202020204" pitchFamily="34" charset="0"/>
                <a:cs typeface="F78"/>
              </a:rPr>
              <a:t>		a </a:t>
            </a:r>
            <a:r>
              <a:rPr lang="hu-HU" sz="1800" kern="0" dirty="0">
                <a:ea typeface="Aptos" panose="020B0004020202020204" pitchFamily="34" charset="0"/>
                <a:cs typeface="F29"/>
              </a:rPr>
              <a:t>legjobb az átlagos műveletigénye</a:t>
            </a:r>
            <a:endParaRPr lang="hu-HU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hu-HU" dirty="0"/>
          </a:p>
        </p:txBody>
      </p:sp>
      <p:sp>
        <p:nvSpPr>
          <p:cNvPr id="8" name="Folyamatábra: Dokumentum 7">
            <a:extLst>
              <a:ext uri="{FF2B5EF4-FFF2-40B4-BE49-F238E27FC236}">
                <a16:creationId xmlns:a16="http://schemas.microsoft.com/office/drawing/2014/main" id="{0DB2662D-C8CC-7D2C-B699-D85176CF85C7}"/>
              </a:ext>
            </a:extLst>
          </p:cNvPr>
          <p:cNvSpPr/>
          <p:nvPr/>
        </p:nvSpPr>
        <p:spPr>
          <a:xfrm rot="10800000">
            <a:off x="4141694" y="4619123"/>
            <a:ext cx="3744320" cy="1794944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D49AE253-68C8-DD0B-D051-0D43B3A4F49C}"/>
              </a:ext>
            </a:extLst>
          </p:cNvPr>
          <p:cNvSpPr txBox="1">
            <a:spLocks/>
          </p:cNvSpPr>
          <p:nvPr/>
        </p:nvSpPr>
        <p:spPr>
          <a:xfrm>
            <a:off x="4216998" y="5049237"/>
            <a:ext cx="3669016" cy="12338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A futtatási tapasztalatok:</a:t>
            </a:r>
          </a:p>
          <a:p>
            <a:pPr marL="538163" indent="-355600" defTabSz="720725"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a typeface="Aptos" panose="020B0004020202020204" pitchFamily="34" charset="0"/>
                <a:cs typeface="F29"/>
              </a:rPr>
              <a:t>láncolt listákra általában jobb választás a </a:t>
            </a:r>
            <a:r>
              <a:rPr lang="hu-HU" sz="2000" kern="0" dirty="0" err="1">
                <a:ea typeface="Aptos" panose="020B0004020202020204" pitchFamily="34" charset="0"/>
                <a:cs typeface="F29"/>
              </a:rPr>
              <a:t>merge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 sort</a:t>
            </a:r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C7B6556D-A9E1-2CF5-0793-6C945AC509D2}"/>
              </a:ext>
            </a:extLst>
          </p:cNvPr>
          <p:cNvSpPr txBox="1">
            <a:spLocks/>
          </p:cNvSpPr>
          <p:nvPr/>
        </p:nvSpPr>
        <p:spPr>
          <a:xfrm rot="20066401">
            <a:off x="882474" y="3156590"/>
            <a:ext cx="4855020" cy="13199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000" kern="0" dirty="0">
                <a:ea typeface="Aptos" panose="020B0004020202020204" pitchFamily="34" charset="0"/>
                <a:cs typeface="F78"/>
              </a:rPr>
              <a:t>Ha 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nagy hatékonyságú stabil rendezés</a:t>
            </a:r>
            <a:r>
              <a:rPr lang="hu-HU" sz="2000" kern="0" dirty="0">
                <a:ea typeface="Aptos" panose="020B0004020202020204" pitchFamily="34" charset="0"/>
                <a:cs typeface="F78"/>
              </a:rPr>
              <a:t> </a:t>
            </a:r>
          </a:p>
          <a:p>
            <a:pPr marL="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 err="1">
                <a:ea typeface="Aptos" panose="020B0004020202020204" pitchFamily="34" charset="0"/>
                <a:cs typeface="F29"/>
              </a:rPr>
              <a:t>Merge</a:t>
            </a:r>
            <a:r>
              <a:rPr lang="hu-HU" sz="2000" kern="0" dirty="0">
                <a:ea typeface="Aptos" panose="020B0004020202020204" pitchFamily="34" charset="0"/>
                <a:cs typeface="F29"/>
              </a:rPr>
              <a:t> sort </a:t>
            </a:r>
            <a:r>
              <a:rPr lang="hu-HU" sz="2000" kern="0" dirty="0">
                <a:ea typeface="Aptos" panose="020B0004020202020204" pitchFamily="34" charset="0"/>
                <a:cs typeface="F78"/>
              </a:rPr>
              <a:t>és továbbfejlesztései </a:t>
            </a:r>
            <a:endParaRPr lang="hu-HU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1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alag: felfelé billentett 3">
            <a:extLst>
              <a:ext uri="{FF2B5EF4-FFF2-40B4-BE49-F238E27FC236}">
                <a16:creationId xmlns:a16="http://schemas.microsoft.com/office/drawing/2014/main" id="{BC4CA150-865E-20E5-7D0E-3EA57D3DC06C}"/>
              </a:ext>
            </a:extLst>
          </p:cNvPr>
          <p:cNvSpPr/>
          <p:nvPr/>
        </p:nvSpPr>
        <p:spPr>
          <a:xfrm>
            <a:off x="3668358" y="949484"/>
            <a:ext cx="5733826" cy="1011219"/>
          </a:xfrm>
          <a:prstGeom prst="ribbon2">
            <a:avLst>
              <a:gd name="adj1" fmla="val 23050"/>
              <a:gd name="adj2" fmla="val 6614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53A986-C584-82FC-EF11-7336C2A01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97280"/>
            <a:ext cx="10018713" cy="5760720"/>
          </a:xfrm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r>
              <a:rPr lang="hu-HU" b="0" i="0" u="none" strike="noStrike" baseline="0" dirty="0"/>
              <a:t>„Oszd meg és uralkodj” elv</a:t>
            </a:r>
          </a:p>
          <a:p>
            <a:pPr marL="0" indent="0" algn="ctr">
              <a:buNone/>
            </a:pPr>
            <a:endParaRPr lang="hu-HU" dirty="0"/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Tengely (</a:t>
            </a:r>
            <a:r>
              <a:rPr lang="hu-HU" b="1" i="0" u="none" strike="noStrike" baseline="0" dirty="0" err="1"/>
              <a:t>pivot</a:t>
            </a:r>
            <a:r>
              <a:rPr lang="hu-HU" b="1" i="0" u="none" strike="noStrike" baseline="0" dirty="0"/>
              <a:t>) kiválasztása: </a:t>
            </a:r>
            <a:r>
              <a:rPr lang="hu-HU" b="0" i="0" u="none" strike="noStrike" baseline="0" dirty="0"/>
              <a:t>rendezendő (rész)tömb egy tetszőleges eleme</a:t>
            </a:r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Részekre bontás: </a:t>
            </a:r>
            <a:r>
              <a:rPr lang="hu-HU" b="1" i="0" u="none" strike="noStrike" baseline="0" dirty="0" err="1"/>
              <a:t>particionálás</a:t>
            </a:r>
            <a:r>
              <a:rPr lang="hu-HU" b="1" i="0" u="none" strike="noStrike" baseline="0" dirty="0"/>
              <a:t> (</a:t>
            </a:r>
            <a:r>
              <a:rPr lang="hu-HU" b="1" i="0" u="none" strike="noStrike" baseline="0" dirty="0" err="1"/>
              <a:t>partitioning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: Tömb átrendezése</a:t>
            </a:r>
          </a:p>
          <a:p>
            <a:pPr lvl="2"/>
            <a:r>
              <a:rPr lang="hu-HU" b="0" i="0" u="none" strike="noStrike" baseline="0" dirty="0"/>
              <a:t>minden, a tengelynél kisebb elem -&gt; a tengely elé</a:t>
            </a:r>
          </a:p>
          <a:p>
            <a:pPr lvl="2"/>
            <a:r>
              <a:rPr lang="hu-HU" b="0" i="0" u="none" strike="noStrike" baseline="0" dirty="0"/>
              <a:t>a nagyobbak  -&gt; utána </a:t>
            </a:r>
            <a:endParaRPr lang="hu-HU" dirty="0"/>
          </a:p>
          <a:p>
            <a:pPr lvl="2"/>
            <a:r>
              <a:rPr lang="hu-HU" b="0" i="0" u="none" strike="noStrike" baseline="0" dirty="0"/>
              <a:t>A tengellyel egyenlők -&gt; bármelyik részbe</a:t>
            </a:r>
          </a:p>
          <a:p>
            <a:pPr lvl="2">
              <a:buFont typeface="Corbel" panose="020B0503020204020204" pitchFamily="34" charset="0"/>
              <a:buChar char="∑"/>
            </a:pPr>
            <a:r>
              <a:rPr lang="hu-HU" b="0" i="0" u="none" strike="noStrike" baseline="0" dirty="0"/>
              <a:t>Tengely a végleges helyére kerül</a:t>
            </a:r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 </a:t>
            </a:r>
            <a:r>
              <a:rPr lang="hu-HU" i="0" u="none" strike="noStrike" baseline="0" dirty="0"/>
              <a:t>A</a:t>
            </a:r>
            <a:r>
              <a:rPr lang="hu-HU" b="0" i="0" u="none" strike="noStrike" baseline="0" dirty="0"/>
              <a:t> fenti lépések </a:t>
            </a:r>
            <a:r>
              <a:rPr lang="hu-HU" b="1" i="0" u="none" strike="noStrike" baseline="0" dirty="0"/>
              <a:t>rekurzív alkalmazása:</a:t>
            </a:r>
          </a:p>
          <a:p>
            <a:pPr lvl="2"/>
            <a:r>
              <a:rPr lang="hu-HU" b="1" i="0" u="none" strike="noStrike" baseline="0" dirty="0"/>
              <a:t>tengelynél kisebb </a:t>
            </a:r>
            <a:r>
              <a:rPr lang="hu-HU" b="0" i="0" u="none" strike="noStrike" baseline="0" dirty="0"/>
              <a:t>elemek résztömbjére</a:t>
            </a:r>
          </a:p>
          <a:p>
            <a:pPr lvl="2"/>
            <a:r>
              <a:rPr lang="hu-HU" b="1" i="0" u="none" strike="noStrike" baseline="0" dirty="0"/>
              <a:t>tengelynél nagyobb </a:t>
            </a:r>
            <a:r>
              <a:rPr lang="hu-HU" i="0" u="none" strike="noStrike" baseline="0" dirty="0"/>
              <a:t>elemek résztömbjére</a:t>
            </a:r>
            <a:endParaRPr lang="hu-HU" b="0" i="0" u="none" strike="noStrike" baseline="0" dirty="0"/>
          </a:p>
          <a:p>
            <a:pPr marL="800100" lvl="1" indent="-342900">
              <a:buFont typeface="+mj-lt"/>
              <a:buAutoNum type="arabicPeriod"/>
            </a:pPr>
            <a:r>
              <a:rPr lang="hu-HU" b="1" i="0" u="none" strike="noStrike" baseline="0" dirty="0"/>
              <a:t>A rekurzió alapesetei</a:t>
            </a:r>
            <a:endParaRPr lang="hu-HU" b="1" dirty="0"/>
          </a:p>
          <a:p>
            <a:pPr lvl="2"/>
            <a:r>
              <a:rPr lang="hu-HU" b="1" i="0" u="none" strike="noStrike" baseline="0" dirty="0"/>
              <a:t>üres és az egyelemű résztömbök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/>
              <a:t> </a:t>
            </a:r>
            <a:r>
              <a:rPr lang="hu-HU" dirty="0"/>
              <a:t>E</a:t>
            </a:r>
            <a:r>
              <a:rPr lang="hu-HU" b="0" i="0" u="none" strike="noStrike" baseline="0" dirty="0"/>
              <a:t>leve készen vannak -&gt; nem kell őket rendezni.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9C2166-6569-5295-9279-92F89229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6061"/>
            <a:ext cx="10018713" cy="863423"/>
          </a:xfrm>
        </p:spPr>
        <p:txBody>
          <a:bodyPr/>
          <a:lstStyle/>
          <a:p>
            <a:r>
              <a:rPr lang="hu-HU" dirty="0"/>
              <a:t>Gyorsrendezés lépései</a:t>
            </a:r>
          </a:p>
        </p:txBody>
      </p:sp>
    </p:spTree>
    <p:extLst>
      <p:ext uri="{BB962C8B-B14F-4D97-AF65-F5344CB8AC3E}">
        <p14:creationId xmlns:p14="http://schemas.microsoft.com/office/powerpoint/2010/main" val="160616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CB7A7C-B367-C1F0-6FC8-A4A92109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76067"/>
            <a:ext cx="10018713" cy="891073"/>
          </a:xfrm>
        </p:spPr>
        <p:txBody>
          <a:bodyPr/>
          <a:lstStyle/>
          <a:p>
            <a:r>
              <a:rPr lang="hu-HU" dirty="0"/>
              <a:t>Gyorsrendezés algoritmusa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1471C3-A8AB-8C99-153A-AE69D363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40" y="3242440"/>
            <a:ext cx="10018713" cy="2737946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sz="2200" dirty="0">
                <a:latin typeface="+mj-lt"/>
              </a:rPr>
              <a:t>A</a:t>
            </a:r>
            <a:r>
              <a:rPr lang="hu-HU" sz="2200" b="0" i="0" u="none" strike="noStrike" baseline="0" dirty="0">
                <a:latin typeface="+mj-lt"/>
              </a:rPr>
              <a:t> tengely kiválasztása és a részekre bontás lépései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Többféleképpen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A módszerek konkrét megválasztása </a:t>
            </a:r>
            <a:br>
              <a:rPr lang="hu-HU" b="0" i="0" u="none" strike="noStrike" baseline="0" dirty="0">
                <a:latin typeface="+mj-lt"/>
              </a:rPr>
            </a:br>
            <a:r>
              <a:rPr lang="hu-HU" b="0" i="0" u="none" strike="noStrike" baseline="0" dirty="0">
                <a:latin typeface="+mj-lt"/>
              </a:rPr>
              <a:t>er</a:t>
            </a:r>
            <a:r>
              <a:rPr lang="hu-HU" dirty="0">
                <a:latin typeface="+mj-lt"/>
              </a:rPr>
              <a:t>ő</a:t>
            </a:r>
            <a:r>
              <a:rPr lang="hu-HU" b="0" i="0" u="none" strike="noStrike" baseline="0" dirty="0">
                <a:latin typeface="+mj-lt"/>
              </a:rPr>
              <a:t>sen befolyásolja a rendezés hatékonyságát.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Fontos követelmény: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b="0" i="0" u="none" strike="noStrike" baseline="0" dirty="0">
                <a:latin typeface="+mj-lt"/>
              </a:rPr>
              <a:t>együtt lineáris időben befejeződjenek</a:t>
            </a:r>
            <a:endParaRPr lang="hu-HU" dirty="0">
              <a:latin typeface="+mj-lt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8A71BE1-5C09-46A5-C088-0A0C05BE3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305" y="1834635"/>
            <a:ext cx="5327775" cy="115613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7798894-5333-2F08-B724-BBE57348E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068" y="3615560"/>
            <a:ext cx="3728937" cy="25724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6662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8B3CE0A4-CCFA-96CE-8B63-C03F30451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559" y="909461"/>
            <a:ext cx="4993013" cy="53390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CB7A7C-B367-C1F0-6FC8-A4A92109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502" y="79310"/>
            <a:ext cx="6446709" cy="1273629"/>
          </a:xfrm>
        </p:spPr>
        <p:txBody>
          <a:bodyPr/>
          <a:lstStyle/>
          <a:p>
            <a:r>
              <a:rPr lang="hu-HU" dirty="0" err="1"/>
              <a:t>Partition</a:t>
            </a:r>
            <a:r>
              <a:rPr lang="hu-HU" dirty="0"/>
              <a:t> függvény: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D1471C3-A8AB-8C99-153A-AE69D363A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40838"/>
                <a:ext cx="5781164" cy="591716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Jelölések: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k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m</a:t>
                </a:r>
                <a:r>
                  <a:rPr lang="hu-HU" sz="1400" b="0" i="0" u="none" strike="noStrike" baseline="0" dirty="0"/>
                  <a:t>] ≤ </a:t>
                </a:r>
                <a:r>
                  <a:rPr lang="hu-HU" sz="1400" b="0" i="1" u="none" strike="noStrike" baseline="0" dirty="0"/>
                  <a:t>x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0" u="none" strike="noStrike" baseline="0" dirty="0">
                    <a:sym typeface="Wingdings" panose="05000000000000000000" pitchFamily="2" charset="2"/>
                  </a:rPr>
                  <a:t></a:t>
                </a:r>
                <a:r>
                  <a:rPr lang="hu-HU" sz="1400" b="0" i="0" u="none" strike="noStrike" baseline="0" dirty="0"/>
                  <a:t> ha </a:t>
                </a:r>
                <a14:m>
                  <m:oMath xmlns:m="http://schemas.openxmlformats.org/officeDocument/2006/math">
                    <m:r>
                      <a:rPr lang="hu-HU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(</a:t>
                </a:r>
                <a:r>
                  <a:rPr lang="hu-HU" sz="1400" b="0" i="1" u="none" strike="noStrike" baseline="0" dirty="0"/>
                  <a:t>k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m) :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] ≤ </a:t>
                </a:r>
                <a:r>
                  <a:rPr lang="hu-HU" sz="1400" b="0" i="1" u="none" strike="noStrike" baseline="0" dirty="0"/>
                  <a:t>x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k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m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400" dirty="0"/>
                  <a:t>≥ </a:t>
                </a:r>
                <a:r>
                  <a:rPr lang="hu-HU" sz="1400" b="0" i="1" u="none" strike="noStrike" baseline="0" dirty="0"/>
                  <a:t>x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0" u="none" strike="noStrike" baseline="0" dirty="0">
                    <a:sym typeface="Wingdings" panose="05000000000000000000" pitchFamily="2" charset="2"/>
                  </a:rPr>
                  <a:t></a:t>
                </a:r>
                <a:r>
                  <a:rPr lang="hu-HU" sz="1400" b="0" i="0" u="none" strike="noStrike" baseline="0" dirty="0"/>
                  <a:t> ha </a:t>
                </a:r>
                <a14:m>
                  <m:oMath xmlns:m="http://schemas.openxmlformats.org/officeDocument/2006/math">
                    <m:r>
                      <a:rPr lang="hu-HU" sz="1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(</a:t>
                </a:r>
                <a:r>
                  <a:rPr lang="hu-HU" sz="1400" b="0" i="1" u="none" strike="noStrike" baseline="0" dirty="0"/>
                  <a:t>k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m) :</a:t>
                </a:r>
                <a:r>
                  <a:rPr lang="hu-HU" sz="1400" b="0" i="0" u="none" strike="noStrike" baseline="0" dirty="0"/>
                  <a:t> </a:t>
                </a: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l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400" dirty="0"/>
                  <a:t>≥ </a:t>
                </a:r>
                <a:r>
                  <a:rPr lang="hu-HU" sz="1400" b="0" i="1" u="none" strike="noStrike" baseline="0" dirty="0"/>
                  <a:t>x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dirty="0"/>
                  <a:t>Bemenet: </a:t>
                </a:r>
                <a:r>
                  <a:rPr lang="hu-HU" sz="1800" i="1" dirty="0"/>
                  <a:t>A</a:t>
                </a:r>
                <a:r>
                  <a:rPr lang="hu-HU" sz="1800" dirty="0"/>
                  <a:t>[</a:t>
                </a:r>
                <a:r>
                  <a:rPr lang="hu-HU" sz="1800" i="1" dirty="0" err="1"/>
                  <a:t>p</a:t>
                </a:r>
                <a:r>
                  <a:rPr lang="hu-HU" sz="1800" dirty="0" err="1"/>
                  <a:t>..</a:t>
                </a:r>
                <a:r>
                  <a:rPr lang="hu-HU" sz="1800" i="1" dirty="0" err="1"/>
                  <a:t>r</a:t>
                </a:r>
                <a:r>
                  <a:rPr lang="hu-HU" sz="1800" dirty="0"/>
                  <a:t>] résztömb, </a:t>
                </a:r>
                <a:r>
                  <a:rPr lang="hu-HU" sz="1800" dirty="0" err="1"/>
                  <a:t>pivot</a:t>
                </a:r>
                <a:r>
                  <a:rPr lang="hu-HU" sz="1800" dirty="0"/>
                  <a:t>: 5 (</a:t>
                </a:r>
                <a:r>
                  <a:rPr lang="hu-HU" sz="1800" i="1" dirty="0"/>
                  <a:t>p</a:t>
                </a:r>
                <a:r>
                  <a:rPr lang="hu-HU" sz="1800" dirty="0"/>
                  <a:t>+3. indexű elem)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hu-HU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hu-HU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1. ciklus:</a:t>
                </a:r>
                <a:r>
                  <a:rPr lang="hu-HU" sz="1800" dirty="0"/>
                  <a:t> megkeresi az 1. tengelynél &gt; elemet (ha van)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hu-HU" sz="1400" b="0" i="1" u="none" strike="noStrike" baseline="0" dirty="0"/>
              </a:p>
              <a:p>
                <a:pPr marL="0" indent="0">
                  <a:buNone/>
                </a:pPr>
                <a:endParaRPr lang="hu-HU" sz="1800" b="0" u="none" strike="noStrike" baseline="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sz="1800" b="0" u="none" strike="noStrike" baseline="0" dirty="0"/>
                  <a:t>A </a:t>
                </a:r>
                <a:r>
                  <a:rPr lang="hu-HU" sz="1800" b="0" i="1" u="none" strike="noStrike" baseline="0" dirty="0"/>
                  <a:t>j</a:t>
                </a:r>
                <a:r>
                  <a:rPr lang="hu-HU" sz="1800" b="0" u="none" strike="noStrike" baseline="0" dirty="0"/>
                  <a:t> a következő elemre áll:</a:t>
                </a:r>
                <a:endParaRPr lang="hu-HU" sz="1800" b="0" i="1" u="none" strike="noStrike" baseline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p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i</a:t>
                </a:r>
                <a:r>
                  <a:rPr lang="hu-HU" sz="1400" b="0" i="0" u="none" strike="noStrike" baseline="0" dirty="0"/>
                  <a:t> &lt; </a:t>
                </a:r>
                <a:r>
                  <a:rPr lang="hu-HU" sz="1400" b="0" i="1" u="none" strike="noStrike" baseline="0" dirty="0"/>
                  <a:t>j</a:t>
                </a:r>
                <a:r>
                  <a:rPr lang="hu-HU" sz="1400" b="0" i="0" u="none" strike="noStrike" baseline="0" dirty="0"/>
                  <a:t> ≤ </a:t>
                </a:r>
                <a:r>
                  <a:rPr lang="hu-HU" sz="1400" b="0" i="1" u="none" strike="noStrike" baseline="0" dirty="0"/>
                  <a:t>r </a:t>
                </a:r>
                <a:endParaRPr lang="hu-HU" sz="1400" b="0" u="none" strike="noStrike" baseline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Az </a:t>
                </a:r>
                <a:r>
                  <a:rPr lang="hu-HU" sz="1400" i="1" dirty="0"/>
                  <a:t>A</a:t>
                </a:r>
                <a:r>
                  <a:rPr lang="hu-HU" sz="1400" dirty="0"/>
                  <a:t>[</a:t>
                </a:r>
                <a:r>
                  <a:rPr lang="hu-HU" sz="1400" i="1" dirty="0" err="1"/>
                  <a:t>p</a:t>
                </a:r>
                <a:r>
                  <a:rPr lang="hu-HU" sz="1400" dirty="0" err="1"/>
                  <a:t>..</a:t>
                </a:r>
                <a:r>
                  <a:rPr lang="hu-HU" sz="1400" i="1" dirty="0" err="1"/>
                  <a:t>r</a:t>
                </a:r>
                <a:r>
                  <a:rPr lang="hu-HU" sz="1400" dirty="0"/>
                  <a:t>] résztömb szakaszai: (2. </a:t>
                </a:r>
                <a:r>
                  <a:rPr lang="hu-HU" sz="1400" dirty="0" err="1"/>
                  <a:t>inv</a:t>
                </a:r>
                <a:r>
                  <a:rPr lang="hu-HU" sz="1400" dirty="0"/>
                  <a:t>. </a:t>
                </a:r>
                <a:r>
                  <a:rPr lang="hu-HU" sz="1400" dirty="0" err="1"/>
                  <a:t>tul</a:t>
                </a:r>
                <a:r>
                  <a:rPr lang="hu-HU" sz="1400" dirty="0"/>
                  <a:t>.)</a:t>
                </a:r>
                <a:endParaRPr lang="hu-HU" sz="1400" b="0" i="1" u="none" strike="noStrike" baseline="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200" b="0" i="1" u="none" strike="noStrike" baseline="0" dirty="0"/>
                  <a:t>A</a:t>
                </a:r>
                <a:r>
                  <a:rPr lang="hu-HU" sz="1200" b="0" i="0" u="none" strike="noStrike" baseline="0" dirty="0"/>
                  <a:t>[</a:t>
                </a:r>
                <a:r>
                  <a:rPr lang="hu-HU" sz="1200" b="0" i="1" u="none" strike="noStrike" baseline="0" dirty="0" err="1"/>
                  <a:t>p</a:t>
                </a:r>
                <a:r>
                  <a:rPr lang="hu-HU" sz="1200" b="0" i="0" u="none" strike="noStrike" baseline="0" dirty="0" err="1"/>
                  <a:t>..</a:t>
                </a:r>
                <a:r>
                  <a:rPr lang="hu-HU" sz="1200" b="0" i="1" u="none" strike="noStrike" baseline="0" dirty="0" err="1"/>
                  <a:t>i</a:t>
                </a:r>
                <a:r>
                  <a:rPr lang="hu-HU" sz="1200" b="0" i="0" u="none" strike="noStrike" baseline="0" dirty="0"/>
                  <a:t>) ≤ </a:t>
                </a:r>
                <a:r>
                  <a:rPr lang="hu-HU" sz="1200" b="0" i="1" u="none" strike="noStrike" baseline="0" dirty="0" err="1"/>
                  <a:t>pivot</a:t>
                </a:r>
                <a:r>
                  <a:rPr lang="hu-HU" sz="1200" b="0" i="1" u="none" strike="noStrike" baseline="0" dirty="0"/>
                  <a:t>				p</a:t>
                </a:r>
                <a:r>
                  <a:rPr lang="hu-HU" sz="1200" b="0" i="0" u="none" strike="noStrike" baseline="0" dirty="0"/>
                  <a:t> ≤</a:t>
                </a:r>
                <a:endParaRPr lang="hu-HU" sz="1200" b="0" i="1" u="none" strike="noStrike" baseline="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i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j</a:t>
                </a:r>
                <a:r>
                  <a:rPr lang="hu-HU" sz="1400" b="0" i="0" u="none" strike="noStrike" baseline="0" dirty="0"/>
                  <a:t>)≥ </a:t>
                </a:r>
                <a:r>
                  <a:rPr lang="hu-HU" sz="1400" b="0" i="1" u="none" strike="noStrike" baseline="0" dirty="0" err="1"/>
                  <a:t>pivot</a:t>
                </a:r>
                <a:r>
                  <a:rPr lang="hu-HU" sz="1400" b="0" i="1" u="none" strike="noStrike" baseline="0" dirty="0"/>
                  <a:t>				i&lt;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 err="1"/>
                  <a:t>j</a:t>
                </a:r>
                <a:r>
                  <a:rPr lang="hu-HU" sz="1400" b="0" i="0" u="none" strike="noStrike" baseline="0" dirty="0" err="1"/>
                  <a:t>..</a:t>
                </a:r>
                <a:r>
                  <a:rPr lang="hu-HU" sz="1400" b="0" i="1" u="none" strike="noStrike" baseline="0" dirty="0" err="1"/>
                  <a:t>r</a:t>
                </a:r>
                <a:r>
                  <a:rPr lang="hu-HU" sz="1400" b="0" i="0" u="none" strike="noStrike" baseline="0" dirty="0"/>
                  <a:t>)  (ismeretlen)			</a:t>
                </a:r>
                <a:r>
                  <a:rPr lang="hu-HU" sz="1400" b="0" i="1" u="none" strike="noStrike" baseline="0" dirty="0"/>
                  <a:t>j </a:t>
                </a:r>
                <a:r>
                  <a:rPr lang="hu-HU" sz="1400" b="0" i="0" u="none" strike="noStrike" baseline="0" dirty="0"/>
                  <a:t>≤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hu-HU" sz="1400" b="0" i="1" u="none" strike="noStrike" baseline="0" dirty="0"/>
                  <a:t>A</a:t>
                </a:r>
                <a:r>
                  <a:rPr lang="hu-HU" sz="1400" b="0" i="0" u="none" strike="noStrike" baseline="0" dirty="0"/>
                  <a:t>[</a:t>
                </a:r>
                <a:r>
                  <a:rPr lang="hu-HU" sz="1400" b="0" i="1" u="none" strike="noStrike" baseline="0" dirty="0"/>
                  <a:t>r</a:t>
                </a:r>
                <a:r>
                  <a:rPr lang="hu-HU" sz="1400" b="0" i="0" u="none" strike="noStrike" baseline="0" dirty="0"/>
                  <a:t>] </a:t>
                </a:r>
                <a:r>
                  <a:rPr lang="hu-HU" sz="1200" b="0" i="0" u="none" strike="noStrike" baseline="0" dirty="0"/>
                  <a:t> (</a:t>
                </a:r>
                <a:r>
                  <a:rPr lang="hu-HU" sz="1200" b="0" i="1" u="none" strike="noStrike" baseline="0" dirty="0" err="1"/>
                  <a:t>pivot</a:t>
                </a:r>
                <a:r>
                  <a:rPr lang="hu-HU" sz="1200" b="0" i="0" u="none" strike="noStrike" baseline="0" dirty="0"/>
                  <a:t>)				</a:t>
                </a:r>
                <a:r>
                  <a:rPr lang="hu-HU" sz="1200" b="0" i="1" u="none" strike="noStrike" baseline="0" dirty="0"/>
                  <a:t>r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D1471C3-A8AB-8C99-153A-AE69D363A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40838"/>
                <a:ext cx="5781164" cy="5917162"/>
              </a:xfrm>
              <a:blipFill>
                <a:blip r:embed="rId3"/>
                <a:stretch>
                  <a:fillRect l="-1581" t="-824" b="-41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D39FAE62-1A02-D8BD-3728-ABC04D046691}"/>
              </a:ext>
            </a:extLst>
          </p:cNvPr>
          <p:cNvCxnSpPr/>
          <p:nvPr/>
        </p:nvCxnSpPr>
        <p:spPr>
          <a:xfrm flipV="1">
            <a:off x="5365102" y="1673638"/>
            <a:ext cx="2093345" cy="101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82E1A15-1C3D-57A7-7BDF-7EA49022830D}"/>
              </a:ext>
            </a:extLst>
          </p:cNvPr>
          <p:cNvCxnSpPr>
            <a:cxnSpLocks/>
          </p:cNvCxnSpPr>
          <p:nvPr/>
        </p:nvCxnSpPr>
        <p:spPr>
          <a:xfrm flipV="1">
            <a:off x="5759987" y="2034073"/>
            <a:ext cx="1819862" cy="99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6BF5695E-F803-C056-CDD0-D72C20854A49}"/>
              </a:ext>
            </a:extLst>
          </p:cNvPr>
          <p:cNvCxnSpPr/>
          <p:nvPr/>
        </p:nvCxnSpPr>
        <p:spPr>
          <a:xfrm flipV="1">
            <a:off x="5393094" y="2855167"/>
            <a:ext cx="2065353" cy="112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80FEF2DF-F38D-6875-DA14-3E5AE31BCF52}"/>
              </a:ext>
            </a:extLst>
          </p:cNvPr>
          <p:cNvCxnSpPr>
            <a:cxnSpLocks/>
          </p:cNvCxnSpPr>
          <p:nvPr/>
        </p:nvCxnSpPr>
        <p:spPr>
          <a:xfrm flipV="1">
            <a:off x="6793768" y="3760570"/>
            <a:ext cx="786081" cy="85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>
            <a:extLst>
              <a:ext uri="{FF2B5EF4-FFF2-40B4-BE49-F238E27FC236}">
                <a16:creationId xmlns:a16="http://schemas.microsoft.com/office/drawing/2014/main" id="{30472612-735E-87DE-BD49-EB887AD21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813" y="2451197"/>
            <a:ext cx="2450289" cy="4416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099D2670-F1A0-D6F1-0E44-AE7550172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455" y="2903846"/>
            <a:ext cx="3871540" cy="4416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B5D87B44-D501-E839-10C8-2F934F075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965" y="3730282"/>
            <a:ext cx="2629129" cy="4606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AB1EBF2-C092-EA4A-46B1-AE6F21590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4892" y="4239817"/>
            <a:ext cx="2340794" cy="97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9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ullám 2">
            <a:extLst>
              <a:ext uri="{FF2B5EF4-FFF2-40B4-BE49-F238E27FC236}">
                <a16:creationId xmlns:a16="http://schemas.microsoft.com/office/drawing/2014/main" id="{8448C6C9-AC75-770F-E4EE-1A72559C1291}"/>
              </a:ext>
            </a:extLst>
          </p:cNvPr>
          <p:cNvSpPr/>
          <p:nvPr/>
        </p:nvSpPr>
        <p:spPr>
          <a:xfrm>
            <a:off x="6362435" y="5902960"/>
            <a:ext cx="5555245" cy="955040"/>
          </a:xfrm>
          <a:prstGeom prst="wave">
            <a:avLst>
              <a:gd name="adj1" fmla="val 12500"/>
              <a:gd name="adj2" fmla="val 35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DCC7D2E-0C5F-9041-ED8C-3E7A0116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529" y="238208"/>
            <a:ext cx="2958031" cy="1778442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027EBF73-082B-FF26-7167-4D3C6A8C1D6B}"/>
              </a:ext>
            </a:extLst>
          </p:cNvPr>
          <p:cNvSpPr txBox="1">
            <a:spLocks/>
          </p:cNvSpPr>
          <p:nvPr/>
        </p:nvSpPr>
        <p:spPr>
          <a:xfrm>
            <a:off x="735142" y="1614867"/>
            <a:ext cx="7870377" cy="56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 továbbiakban: az ismeretlen szakasz elemeit </a:t>
            </a:r>
          </a:p>
          <a:p>
            <a:pPr marL="1247775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sorban a tengelynél </a:t>
            </a:r>
            <a:r>
              <a:rPr lang="hu-HU" kern="0" dirty="0">
                <a:effectLst/>
                <a:ea typeface="Aptos" panose="020B0004020202020204" pitchFamily="34" charset="0"/>
                <a:cs typeface="CMSY10"/>
              </a:rPr>
              <a:t>≤ 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vagy </a:t>
            </a:r>
            <a:r>
              <a:rPr lang="hu-HU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elemek szakaszához kapcsoljuk</a:t>
            </a:r>
          </a:p>
          <a:p>
            <a:pPr marL="1247775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amíg az ismeretlen szakasz el nem fogy. 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Végül: a tengely -&gt; az első két szakasz közé kerül 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90575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A második szakasz eltolása: nagyon rossz hatékonyság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76325" lvl="2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000" kern="0" dirty="0">
                <a:effectLst/>
                <a:ea typeface="Aptos" panose="020B0004020202020204" pitchFamily="34" charset="0"/>
                <a:cs typeface="F29"/>
              </a:rPr>
              <a:t>elkerülése: az aktuális az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elemet </a:t>
            </a:r>
            <a:r>
              <a:rPr lang="hu-H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</a:t>
            </a:r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] &lt;  </a:t>
            </a:r>
            <a:r>
              <a:rPr lang="hu-H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hu-H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] </a:t>
            </a:r>
            <a:r>
              <a:rPr lang="hu-HU" sz="2000" kern="0" dirty="0">
                <a:effectLst/>
                <a:ea typeface="Aptos" panose="020B0004020202020204" pitchFamily="34" charset="0"/>
                <a:cs typeface="F29"/>
              </a:rPr>
              <a:t> esetben megcseréljük a második szakasz első elemével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90625"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következmény: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Quicksort nem stabil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4F69046A-11E7-95F2-013C-1D5C21B7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584" y="2686496"/>
            <a:ext cx="2856404" cy="30543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13F37D61-584E-C4EE-1D83-95DCA547D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98" y="6154144"/>
            <a:ext cx="5207502" cy="43516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10F8A70-08F0-2908-9542-CA6789E45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909" y="238208"/>
            <a:ext cx="7430144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0DB5-3AA8-BC29-8731-A447D435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5683B508-AF97-6BED-E6C4-3BDE08C44B77}"/>
              </a:ext>
            </a:extLst>
          </p:cNvPr>
          <p:cNvSpPr/>
          <p:nvPr/>
        </p:nvSpPr>
        <p:spPr>
          <a:xfrm>
            <a:off x="6786880" y="2071941"/>
            <a:ext cx="5405120" cy="4085019"/>
          </a:xfrm>
          <a:prstGeom prst="verticalScroll">
            <a:avLst>
              <a:gd name="adj" fmla="val 107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54092D-959D-DD4B-D601-57776AF8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2" y="139959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 2. ciklus végrehajtásai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02B8E3-77FB-231A-45C3-EC3778465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052" y="1173428"/>
            <a:ext cx="3556000" cy="643036"/>
          </a:xfrm>
          <a:ln>
            <a:noFill/>
          </a:ln>
        </p:spPr>
        <p:txBody>
          <a:bodyPr>
            <a:normAutofit/>
          </a:bodyPr>
          <a:lstStyle/>
          <a:p>
            <a:r>
              <a:rPr lang="hu-HU" dirty="0"/>
              <a:t>A 2. ciklus változásai: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FD3D3C2-6211-3335-B51C-EEA0814940F8}"/>
              </a:ext>
            </a:extLst>
          </p:cNvPr>
          <p:cNvSpPr txBox="1">
            <a:spLocks/>
          </p:cNvSpPr>
          <p:nvPr/>
        </p:nvSpPr>
        <p:spPr>
          <a:xfrm>
            <a:off x="1244847" y="701040"/>
            <a:ext cx="5833685" cy="6017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 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 = 1 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&lt;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=5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98500" lvl="1" indent="-342900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csere(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], 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])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-&gt; az </a:t>
            </a:r>
            <a:r>
              <a:rPr lang="hu-HU" sz="1800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sz="1800" i="1" kern="0" dirty="0" err="1">
                <a:effectLst/>
                <a:ea typeface="Aptos" panose="020B0004020202020204" pitchFamily="34" charset="0"/>
                <a:cs typeface="CMMI12"/>
              </a:rPr>
              <a:t>p</a:t>
            </a:r>
            <a:r>
              <a:rPr lang="hu-HU" sz="1800" kern="0" dirty="0" err="1">
                <a:effectLst/>
                <a:ea typeface="Aptos" panose="020B0004020202020204" pitchFamily="34" charset="0"/>
                <a:cs typeface="CMMI12"/>
              </a:rPr>
              <a:t>..</a:t>
            </a:r>
            <a:r>
              <a:rPr lang="hu-HU" sz="1800" i="1" kern="0" dirty="0" err="1">
                <a:effectLst/>
                <a:ea typeface="Aptos" panose="020B0004020202020204" pitchFamily="34" charset="0"/>
                <a:cs typeface="CMMI12"/>
              </a:rPr>
              <a:t>r</a:t>
            </a:r>
            <a:r>
              <a:rPr lang="hu-HU" sz="1800" kern="0" dirty="0">
                <a:effectLst/>
                <a:ea typeface="Aptos" panose="020B0004020202020204" pitchFamily="34" charset="0"/>
                <a:cs typeface="CMR12"/>
              </a:rPr>
              <a:t>] 1.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 szakaszához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(a tengelynél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≤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elemei) </a:t>
            </a:r>
            <a:endParaRPr lang="hu-H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A[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] (az 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inv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alapján)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sz="1800" i="1" kern="0" dirty="0">
                <a:effectLst/>
                <a:ea typeface="Aptos" panose="020B0004020202020204" pitchFamily="34" charset="0"/>
                <a:cs typeface="CMMI12"/>
              </a:rPr>
              <a:t>x</a:t>
            </a:r>
            <a:r>
              <a:rPr lang="hu-HU" sz="1800" kern="0" dirty="0">
                <a:ea typeface="Aptos" panose="020B0004020202020204" pitchFamily="34" charset="0"/>
                <a:cs typeface="CMMI12"/>
              </a:rPr>
              <a:t> -&gt;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a 2. szakasz 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 (a tengelynél </a:t>
            </a:r>
            <a:r>
              <a:rPr lang="hu-HU" sz="1800" kern="0" dirty="0">
                <a:effectLst/>
                <a:ea typeface="Aptos" panose="020B0004020202020204" pitchFamily="34" charset="0"/>
                <a:cs typeface="CMSY10"/>
              </a:rPr>
              <a:t>≥ 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elemek szakasza)</a:t>
            </a:r>
          </a:p>
          <a:p>
            <a:pPr marL="1098550" lvl="3" indent="-285750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Szakaszhatárok változása -&gt; 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++; </a:t>
            </a:r>
            <a:r>
              <a:rPr lang="hu-HU" sz="1800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++</a:t>
            </a:r>
            <a:br>
              <a:rPr lang="hu-HU" sz="1800" kern="0" dirty="0">
                <a:effectLst/>
                <a:ea typeface="Aptos" panose="020B0004020202020204" pitchFamily="34" charset="0"/>
                <a:cs typeface="F29"/>
              </a:rPr>
            </a:b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 (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cikl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</a:t>
            </a:r>
            <a:r>
              <a:rPr lang="hu-HU" sz="1800" kern="0" dirty="0" err="1">
                <a:ea typeface="Aptos" panose="020B0004020202020204" pitchFamily="34" charset="0"/>
                <a:cs typeface="F29"/>
              </a:rPr>
              <a:t>i</a:t>
            </a:r>
            <a:r>
              <a:rPr lang="hu-HU" sz="1800" kern="0" dirty="0" err="1">
                <a:effectLst/>
                <a:ea typeface="Aptos" panose="020B0004020202020204" pitchFamily="34" charset="0"/>
                <a:cs typeface="F29"/>
              </a:rPr>
              <a:t>nv</a:t>
            </a:r>
            <a:r>
              <a:rPr lang="hu-HU" sz="1800" kern="0" dirty="0">
                <a:effectLst/>
                <a:ea typeface="Aptos" panose="020B0004020202020204" pitchFamily="34" charset="0"/>
                <a:cs typeface="F29"/>
              </a:rPr>
              <a:t>. igaz maradjon)</a:t>
            </a:r>
          </a:p>
          <a:p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6 ≥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 </a:t>
            </a:r>
          </a:p>
          <a:p>
            <a:pPr lvl="1"/>
            <a:r>
              <a:rPr lang="hu-HU" b="0" i="0" u="none" strike="noStrike" baseline="0" dirty="0"/>
              <a:t>A[</a:t>
            </a:r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]-t hozzávesszük a 2. szakaszhoz</a:t>
            </a:r>
          </a:p>
          <a:p>
            <a:pPr lvl="1"/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++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3634EB65-5401-CD39-9B73-D8479EEA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09" y="2738631"/>
            <a:ext cx="3989444" cy="827529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9AF8F79-5696-6DF3-4AE7-C2392D990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08" y="4642620"/>
            <a:ext cx="3989444" cy="82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0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A3B4-C2B7-8B40-9FC3-4218C303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függőleges 4">
            <a:extLst>
              <a:ext uri="{FF2B5EF4-FFF2-40B4-BE49-F238E27FC236}">
                <a16:creationId xmlns:a16="http://schemas.microsoft.com/office/drawing/2014/main" id="{8F1CE42D-9EF6-ABF7-39C4-507B25DF6520}"/>
              </a:ext>
            </a:extLst>
          </p:cNvPr>
          <p:cNvSpPr/>
          <p:nvPr/>
        </p:nvSpPr>
        <p:spPr>
          <a:xfrm>
            <a:off x="6924287" y="1981199"/>
            <a:ext cx="5267713" cy="4064001"/>
          </a:xfrm>
          <a:prstGeom prst="verticalScroll">
            <a:avLst>
              <a:gd name="adj" fmla="val 1075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78FE6E-1065-91F7-9E4C-EE748BB0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82" y="139959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 2. ciklus végrehajtásai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053931-AD3E-547E-A825-A74841181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0143" y="1182992"/>
            <a:ext cx="3556000" cy="643036"/>
          </a:xfrm>
          <a:ln>
            <a:noFill/>
          </a:ln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hu-HU" dirty="0"/>
              <a:t>A 2. ciklus változásai: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9267A16-FEE9-4B5D-732A-4C5EBBB33318}"/>
              </a:ext>
            </a:extLst>
          </p:cNvPr>
          <p:cNvSpPr txBox="1">
            <a:spLocks/>
          </p:cNvSpPr>
          <p:nvPr/>
        </p:nvSpPr>
        <p:spPr>
          <a:xfrm>
            <a:off x="1244847" y="1182992"/>
            <a:ext cx="5267713" cy="5535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4 &lt;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</a:t>
            </a:r>
          </a:p>
          <a:p>
            <a:pPr lvl="1"/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csere(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], 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])</a:t>
            </a:r>
          </a:p>
          <a:p>
            <a:pPr lvl="1"/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i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++ </a:t>
            </a:r>
          </a:p>
          <a:p>
            <a:pPr lvl="1"/>
            <a:r>
              <a:rPr lang="hu-HU" i="1" kern="0" dirty="0">
                <a:effectLst/>
                <a:ea typeface="Aptos" panose="020B0004020202020204" pitchFamily="34" charset="0"/>
                <a:cs typeface="F29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F29"/>
              </a:rPr>
              <a:t>++ (~1. eset)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[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j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]</a:t>
            </a:r>
            <a:r>
              <a:rPr lang="hu-HU" b="0" i="0" u="none" strike="noStrike" baseline="0" dirty="0"/>
              <a:t> = 7 ≥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pivot</a:t>
            </a:r>
            <a:r>
              <a:rPr lang="hu-HU" b="0" i="0" u="none" strike="noStrike" baseline="0" dirty="0"/>
              <a:t> = 5 </a:t>
            </a:r>
          </a:p>
          <a:p>
            <a:pPr lvl="1"/>
            <a:r>
              <a:rPr lang="hu-HU" b="0" i="0" u="none" strike="noStrike" baseline="0" dirty="0"/>
              <a:t>A[</a:t>
            </a:r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]-t hozzávesszük a 2. szakaszhoz</a:t>
            </a:r>
          </a:p>
          <a:p>
            <a:pPr lvl="1"/>
            <a:r>
              <a:rPr lang="hu-HU" b="0" i="1" u="none" strike="noStrike" baseline="0" dirty="0"/>
              <a:t>j</a:t>
            </a:r>
            <a:r>
              <a:rPr lang="hu-HU" b="0" i="0" u="none" strike="noStrike" baseline="0" dirty="0"/>
              <a:t>++</a:t>
            </a:r>
          </a:p>
          <a:p>
            <a:pPr marL="733425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..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 résztömb részekre bontását befejeztük</a:t>
            </a:r>
            <a:endParaRPr lang="hu-H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B28054DC-8825-388E-8812-BBA6ABCE9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009" y="2841744"/>
            <a:ext cx="3901378" cy="82160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34F8A5E-5999-A47C-13E2-586CFB2F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58" y="3823127"/>
            <a:ext cx="3946480" cy="796322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156DE48-2F0D-0B81-4B84-66D831D13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027" y="4850613"/>
            <a:ext cx="3946482" cy="75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6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820F-513C-9B58-9EAD-D3B3F2A0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elhő 2">
            <a:extLst>
              <a:ext uri="{FF2B5EF4-FFF2-40B4-BE49-F238E27FC236}">
                <a16:creationId xmlns:a16="http://schemas.microsoft.com/office/drawing/2014/main" id="{94485D53-B9E5-1BC5-923C-E8CC27449785}"/>
              </a:ext>
            </a:extLst>
          </p:cNvPr>
          <p:cNvSpPr/>
          <p:nvPr/>
        </p:nvSpPr>
        <p:spPr>
          <a:xfrm>
            <a:off x="934720" y="1879600"/>
            <a:ext cx="10678160" cy="48666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E059A94-B03C-9D54-BD12-B97C86F2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42" y="917953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A403B75-D53B-495F-3AA2-470F0DD3190C}"/>
              </a:ext>
            </a:extLst>
          </p:cNvPr>
          <p:cNvSpPr txBox="1">
            <a:spLocks/>
          </p:cNvSpPr>
          <p:nvPr/>
        </p:nvSpPr>
        <p:spPr>
          <a:xfrm>
            <a:off x="2428240" y="2178566"/>
            <a:ext cx="8829040" cy="393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800" dirty="0"/>
              <a:t>A </a:t>
            </a:r>
            <a:r>
              <a:rPr lang="hu-HU" sz="2800" dirty="0" err="1"/>
              <a:t>partition</a:t>
            </a:r>
            <a:r>
              <a:rPr lang="hu-HU" sz="2800" dirty="0"/>
              <a:t> </a:t>
            </a:r>
            <a:r>
              <a:rPr lang="hu-HU" sz="2800" dirty="0" err="1"/>
              <a:t>fv</a:t>
            </a:r>
            <a:r>
              <a:rPr lang="hu-HU" sz="2800" dirty="0"/>
              <a:t> helyességének ellenőrzéséhez vezessük még be a következő jelöléseket:</a:t>
            </a:r>
          </a:p>
          <a:p>
            <a:pPr marL="1042988" lvl="1" indent="-342900"/>
            <a:r>
              <a:rPr lang="hu-HU" sz="24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400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hu-HU" sz="2400" dirty="0"/>
              <a:t> [</a:t>
            </a:r>
            <a:r>
              <a:rPr lang="hu-HU" sz="2400" i="1" dirty="0" err="1"/>
              <a:t>p</a:t>
            </a:r>
            <a:r>
              <a:rPr lang="hu-HU" sz="2400" dirty="0" err="1"/>
              <a:t>..</a:t>
            </a:r>
            <a:r>
              <a:rPr lang="hu-HU" sz="2400" i="1" dirty="0" err="1"/>
              <a:t>r</a:t>
            </a:r>
            <a:r>
              <a:rPr lang="hu-HU" sz="2400" dirty="0"/>
              <a:t>] : az A [</a:t>
            </a:r>
            <a:r>
              <a:rPr lang="hu-HU" sz="2400" i="1" dirty="0" err="1"/>
              <a:t>p</a:t>
            </a:r>
            <a:r>
              <a:rPr lang="hu-HU" sz="2400" dirty="0" err="1"/>
              <a:t>..</a:t>
            </a:r>
            <a:r>
              <a:rPr lang="hu-HU" sz="2400" i="1" dirty="0" err="1"/>
              <a:t>r</a:t>
            </a:r>
            <a:r>
              <a:rPr lang="hu-HU" sz="2400" dirty="0"/>
              <a:t>] tömb kezdeti állapota </a:t>
            </a:r>
            <a:br>
              <a:rPr lang="hu-HU" sz="2400" dirty="0"/>
            </a:br>
            <a:r>
              <a:rPr lang="hu-HU" sz="2400" dirty="0"/>
              <a:t>a </a:t>
            </a:r>
            <a:r>
              <a:rPr lang="hu-HU" sz="2400" dirty="0" err="1"/>
              <a:t>partition</a:t>
            </a:r>
            <a:r>
              <a:rPr lang="hu-HU" sz="2400" dirty="0"/>
              <a:t> függvény meghívásakor.</a:t>
            </a:r>
          </a:p>
          <a:p>
            <a:r>
              <a:rPr lang="hu-HU" sz="2800" dirty="0"/>
              <a:t>A </a:t>
            </a:r>
            <a:r>
              <a:rPr lang="hu-HU" sz="2800" dirty="0" err="1"/>
              <a:t>partition</a:t>
            </a:r>
            <a:r>
              <a:rPr lang="hu-HU" sz="2800" dirty="0"/>
              <a:t> </a:t>
            </a:r>
            <a:r>
              <a:rPr lang="hu-HU" sz="2800" dirty="0" err="1"/>
              <a:t>fv</a:t>
            </a:r>
            <a:r>
              <a:rPr lang="hu-HU" sz="2800" dirty="0"/>
              <a:t> előfeltétele: </a:t>
            </a:r>
          </a:p>
          <a:p>
            <a:pPr marL="1042988" lvl="1" indent="-342900"/>
            <a:r>
              <a:rPr lang="hu-HU" sz="2400" dirty="0"/>
              <a:t>0 ≤ </a:t>
            </a:r>
            <a:r>
              <a:rPr lang="hu-HU" sz="2400" i="1" dirty="0"/>
              <a:t>p</a:t>
            </a:r>
            <a:r>
              <a:rPr lang="hu-HU" sz="2400" dirty="0"/>
              <a:t> &lt; </a:t>
            </a:r>
            <a:r>
              <a:rPr lang="hu-HU" sz="2400" i="1" dirty="0"/>
              <a:t>r</a:t>
            </a:r>
            <a:r>
              <a:rPr lang="hu-HU" sz="2400" dirty="0"/>
              <a:t> &lt; </a:t>
            </a:r>
            <a:r>
              <a:rPr lang="hu-HU" sz="2400" i="1" dirty="0" err="1"/>
              <a:t>A.length</a:t>
            </a:r>
            <a:r>
              <a:rPr lang="hu-HU" sz="2400" dirty="0"/>
              <a:t> (</a:t>
            </a:r>
            <a:r>
              <a:rPr lang="hu-HU" sz="2400" i="1" dirty="0"/>
              <a:t>p</a:t>
            </a:r>
            <a:r>
              <a:rPr lang="hu-HU" sz="2400" dirty="0"/>
              <a:t>, </a:t>
            </a:r>
            <a:r>
              <a:rPr lang="hu-HU" sz="2400" i="1" dirty="0"/>
              <a:t>r</a:t>
            </a:r>
            <a:r>
              <a:rPr lang="hu-HU" sz="2400" dirty="0"/>
              <a:t> a </a:t>
            </a:r>
            <a:r>
              <a:rPr lang="hu-HU" sz="2400" dirty="0" err="1"/>
              <a:t>fv</a:t>
            </a:r>
            <a:r>
              <a:rPr lang="hu-HU" sz="2400" dirty="0"/>
              <a:t>-en belül konstansok.)</a:t>
            </a:r>
          </a:p>
        </p:txBody>
      </p:sp>
    </p:spTree>
    <p:extLst>
      <p:ext uri="{BB962C8B-B14F-4D97-AF65-F5344CB8AC3E}">
        <p14:creationId xmlns:p14="http://schemas.microsoft.com/office/powerpoint/2010/main" val="19381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6FA6-6691-4178-9B2C-1BA38627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elhő 5">
            <a:extLst>
              <a:ext uri="{FF2B5EF4-FFF2-40B4-BE49-F238E27FC236}">
                <a16:creationId xmlns:a16="http://schemas.microsoft.com/office/drawing/2014/main" id="{6960A885-8269-663A-E201-DEE57F19B027}"/>
              </a:ext>
            </a:extLst>
          </p:cNvPr>
          <p:cNvSpPr/>
          <p:nvPr/>
        </p:nvSpPr>
        <p:spPr>
          <a:xfrm rot="1901259">
            <a:off x="5999568" y="2583168"/>
            <a:ext cx="6433511" cy="3525161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elhő 4">
            <a:extLst>
              <a:ext uri="{FF2B5EF4-FFF2-40B4-BE49-F238E27FC236}">
                <a16:creationId xmlns:a16="http://schemas.microsoft.com/office/drawing/2014/main" id="{9EAB80C7-49E4-CE97-3DC0-03D2B5D13F00}"/>
              </a:ext>
            </a:extLst>
          </p:cNvPr>
          <p:cNvSpPr/>
          <p:nvPr/>
        </p:nvSpPr>
        <p:spPr>
          <a:xfrm rot="20630296">
            <a:off x="649499" y="2462802"/>
            <a:ext cx="6450286" cy="346553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7C449B6-1569-42E4-89E0-1D1E1809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602" y="974603"/>
            <a:ext cx="10018713" cy="777993"/>
          </a:xfrm>
        </p:spPr>
        <p:txBody>
          <a:bodyPr>
            <a:normAutofit/>
          </a:bodyPr>
          <a:lstStyle/>
          <a:p>
            <a:r>
              <a:rPr lang="hu-HU" dirty="0" err="1"/>
              <a:t>Partition</a:t>
            </a:r>
            <a:r>
              <a:rPr lang="hu-HU" dirty="0"/>
              <a:t> függvény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8EE000B-F821-4B2B-316F-650E57F4AEE8}"/>
              </a:ext>
            </a:extLst>
          </p:cNvPr>
          <p:cNvSpPr txBox="1">
            <a:spLocks/>
          </p:cNvSpPr>
          <p:nvPr/>
        </p:nvSpPr>
        <p:spPr>
          <a:xfrm rot="20493358">
            <a:off x="1178285" y="2425137"/>
            <a:ext cx="6224905" cy="332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partition</a:t>
            </a:r>
            <a:r>
              <a:rPr lang="hu-HU" dirty="0"/>
              <a:t> </a:t>
            </a:r>
            <a:r>
              <a:rPr lang="hu-HU" dirty="0" err="1"/>
              <a:t>fv</a:t>
            </a:r>
            <a:r>
              <a:rPr lang="hu-HU" dirty="0"/>
              <a:t>. 2. ciklusának invariánsa:</a:t>
            </a:r>
          </a:p>
          <a:p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 err="1"/>
              <a:t>p</a:t>
            </a:r>
            <a:r>
              <a:rPr lang="hu-HU" sz="2000" dirty="0" err="1"/>
              <a:t>..</a:t>
            </a:r>
            <a:r>
              <a:rPr lang="hu-HU" sz="2000" i="1" dirty="0" err="1"/>
              <a:t>r</a:t>
            </a:r>
            <a:r>
              <a:rPr lang="hu-HU" sz="2000" dirty="0"/>
              <a:t>] egy permutációja az </a:t>
            </a:r>
            <a:r>
              <a:rPr lang="hu-HU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hu-HU" sz="2000" dirty="0"/>
              <a:t>[</a:t>
            </a:r>
            <a:r>
              <a:rPr lang="hu-HU" sz="2000" i="1" dirty="0" err="1"/>
              <a:t>p</a:t>
            </a:r>
            <a:r>
              <a:rPr lang="hu-HU" sz="2000" dirty="0" err="1"/>
              <a:t>..</a:t>
            </a:r>
            <a:r>
              <a:rPr lang="hu-HU" sz="2000" i="1" dirty="0" err="1"/>
              <a:t>r</a:t>
            </a:r>
            <a:r>
              <a:rPr lang="hu-HU" sz="2000" dirty="0"/>
              <a:t>] résztömbnek ∧</a:t>
            </a:r>
          </a:p>
          <a:p>
            <a:r>
              <a:rPr lang="hu-HU" sz="2000" i="1" dirty="0"/>
              <a:t>p</a:t>
            </a:r>
            <a:r>
              <a:rPr lang="hu-HU" sz="2000" dirty="0"/>
              <a:t> ≤</a:t>
            </a:r>
            <a:r>
              <a:rPr lang="hu-HU" sz="2000" i="1" dirty="0"/>
              <a:t> i</a:t>
            </a:r>
            <a:r>
              <a:rPr lang="hu-HU" sz="2000" dirty="0"/>
              <a:t> &lt; </a:t>
            </a:r>
            <a:r>
              <a:rPr lang="hu-HU" sz="2000" i="1" dirty="0"/>
              <a:t>j</a:t>
            </a:r>
            <a:r>
              <a:rPr lang="hu-HU" sz="2000" dirty="0"/>
              <a:t> ≤ </a:t>
            </a:r>
            <a:r>
              <a:rPr lang="hu-HU" sz="2000" i="1" dirty="0"/>
              <a:t>r</a:t>
            </a:r>
            <a:r>
              <a:rPr lang="hu-HU" sz="2000" dirty="0"/>
              <a:t> ∧ </a:t>
            </a:r>
          </a:p>
          <a:p>
            <a:r>
              <a:rPr lang="pt-BR" sz="2000" dirty="0"/>
              <a:t>A[</a:t>
            </a:r>
            <a:r>
              <a:rPr lang="pt-BR" sz="2000" i="1" dirty="0"/>
              <a:t>p</a:t>
            </a:r>
            <a:r>
              <a:rPr lang="pt-BR" sz="2000" dirty="0"/>
              <a:t>..(</a:t>
            </a:r>
            <a:r>
              <a:rPr lang="pt-BR" sz="2000" i="1" dirty="0"/>
              <a:t>i</a:t>
            </a:r>
            <a:r>
              <a:rPr lang="pt-BR" sz="2000" dirty="0"/>
              <a:t>−1)] ≤ </a:t>
            </a:r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/>
              <a:t>r</a:t>
            </a:r>
            <a:r>
              <a:rPr lang="hu-HU" sz="2000" dirty="0"/>
              <a:t>]</a:t>
            </a:r>
            <a:r>
              <a:rPr lang="pt-BR" sz="2000" dirty="0"/>
              <a:t> ∧ </a:t>
            </a:r>
            <a:endParaRPr lang="hu-HU" sz="2000" dirty="0"/>
          </a:p>
          <a:p>
            <a:r>
              <a:rPr lang="pt-BR" sz="2000" dirty="0"/>
              <a:t>A[</a:t>
            </a:r>
            <a:r>
              <a:rPr lang="pt-BR" sz="2000" i="1" dirty="0"/>
              <a:t>i</a:t>
            </a:r>
            <a:r>
              <a:rPr lang="pt-BR" sz="2000" dirty="0"/>
              <a:t>..(</a:t>
            </a:r>
            <a:r>
              <a:rPr lang="pt-BR" sz="2000" i="1" dirty="0"/>
              <a:t>j</a:t>
            </a:r>
            <a:r>
              <a:rPr lang="pt-BR" sz="2000" dirty="0"/>
              <a:t>−1)] ≥ </a:t>
            </a:r>
            <a:r>
              <a:rPr lang="hu-HU" sz="2000" i="1" dirty="0"/>
              <a:t>A</a:t>
            </a:r>
            <a:r>
              <a:rPr lang="hu-HU" sz="2000" dirty="0"/>
              <a:t>[</a:t>
            </a:r>
            <a:r>
              <a:rPr lang="hu-HU" sz="2000" i="1" dirty="0"/>
              <a:t>r</a:t>
            </a:r>
            <a:r>
              <a:rPr lang="hu-HU" sz="2000" dirty="0"/>
              <a:t>]</a:t>
            </a:r>
            <a:endParaRPr lang="pt-BR" sz="2000" i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452AFB-6F7A-C708-65DD-626C9CFAF608}"/>
              </a:ext>
            </a:extLst>
          </p:cNvPr>
          <p:cNvSpPr txBox="1">
            <a:spLocks/>
          </p:cNvSpPr>
          <p:nvPr/>
        </p:nvSpPr>
        <p:spPr>
          <a:xfrm rot="1836541">
            <a:off x="6695562" y="2954788"/>
            <a:ext cx="6431158" cy="298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partition</a:t>
            </a:r>
            <a:r>
              <a:rPr lang="hu-HU" dirty="0"/>
              <a:t> </a:t>
            </a:r>
            <a:r>
              <a:rPr lang="hu-HU" dirty="0" err="1"/>
              <a:t>fv</a:t>
            </a:r>
            <a:r>
              <a:rPr lang="hu-HU" dirty="0"/>
              <a:t> utófeltétele:</a:t>
            </a:r>
          </a:p>
          <a:p>
            <a:pPr marL="985838" lvl="1"/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</a:t>
            </a:r>
            <a:r>
              <a:rPr lang="pt-BR" i="1" dirty="0"/>
              <a:t>r</a:t>
            </a:r>
            <a:r>
              <a:rPr lang="pt-BR" dirty="0"/>
              <a:t>] az </a:t>
            </a:r>
            <a:r>
              <a:rPr lang="hu-HU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baseline="-25000" dirty="0"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</a:t>
            </a:r>
            <a:r>
              <a:rPr lang="pt-BR" i="1" dirty="0"/>
              <a:t>r</a:t>
            </a:r>
            <a:r>
              <a:rPr lang="pt-BR" dirty="0"/>
              <a:t>] permutációja ∧</a:t>
            </a:r>
            <a:endParaRPr lang="hu-HU" dirty="0"/>
          </a:p>
          <a:p>
            <a:pPr marL="985838" lvl="1"/>
            <a:r>
              <a:rPr lang="pt-BR" dirty="0"/>
              <a:t> </a:t>
            </a:r>
            <a:r>
              <a:rPr lang="pt-BR" i="1" dirty="0"/>
              <a:t>p</a:t>
            </a:r>
            <a:r>
              <a:rPr lang="pt-BR" dirty="0"/>
              <a:t> ≤ </a:t>
            </a:r>
            <a:r>
              <a:rPr lang="pt-BR" i="1" dirty="0"/>
              <a:t>i</a:t>
            </a:r>
            <a:r>
              <a:rPr lang="pt-BR" dirty="0"/>
              <a:t> ≤ </a:t>
            </a:r>
            <a:r>
              <a:rPr lang="pt-BR" i="1" dirty="0"/>
              <a:t>r</a:t>
            </a:r>
            <a:r>
              <a:rPr lang="pt-BR" dirty="0"/>
              <a:t> ∧</a:t>
            </a:r>
            <a:r>
              <a:rPr lang="hu-HU" dirty="0"/>
              <a:t>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p</a:t>
            </a:r>
            <a:r>
              <a:rPr lang="pt-BR" dirty="0"/>
              <a:t>..(</a:t>
            </a:r>
            <a:r>
              <a:rPr lang="pt-BR" i="1" dirty="0"/>
              <a:t>i</a:t>
            </a:r>
            <a:r>
              <a:rPr lang="pt-BR" dirty="0"/>
              <a:t>−</a:t>
            </a:r>
            <a:r>
              <a:rPr lang="pt-BR" i="1" dirty="0"/>
              <a:t>1</a:t>
            </a:r>
            <a:r>
              <a:rPr lang="pt-BR" dirty="0"/>
              <a:t>)] ≤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i</a:t>
            </a:r>
            <a:r>
              <a:rPr lang="pt-BR" dirty="0"/>
              <a:t>] ∧ </a:t>
            </a:r>
            <a:endParaRPr lang="hu-HU" dirty="0"/>
          </a:p>
          <a:p>
            <a:pPr marL="985838" lvl="1"/>
            <a:r>
              <a:rPr lang="pt-BR" i="1" dirty="0"/>
              <a:t>A</a:t>
            </a:r>
            <a:r>
              <a:rPr lang="pt-BR" dirty="0"/>
              <a:t>[(</a:t>
            </a:r>
            <a:r>
              <a:rPr lang="pt-BR" i="1" dirty="0"/>
              <a:t>i</a:t>
            </a:r>
            <a:r>
              <a:rPr lang="pt-BR" dirty="0"/>
              <a:t>+1)..</a:t>
            </a:r>
            <a:r>
              <a:rPr lang="pt-BR" i="1" dirty="0"/>
              <a:t>r</a:t>
            </a:r>
            <a:r>
              <a:rPr lang="pt-BR" dirty="0"/>
              <a:t>] ≥ </a:t>
            </a:r>
            <a:r>
              <a:rPr lang="pt-BR" i="1" dirty="0"/>
              <a:t>A</a:t>
            </a:r>
            <a:r>
              <a:rPr lang="pt-BR" dirty="0"/>
              <a:t>[</a:t>
            </a:r>
            <a:r>
              <a:rPr lang="pt-BR" i="1" dirty="0"/>
              <a:t>i</a:t>
            </a:r>
            <a:r>
              <a:rPr lang="pt-BR" dirty="0"/>
              <a:t>], ahol </a:t>
            </a:r>
            <a:r>
              <a:rPr lang="pt-BR" i="1" dirty="0"/>
              <a:t>i</a:t>
            </a:r>
            <a:r>
              <a:rPr lang="pt-BR" dirty="0"/>
              <a:t> a visszatérési érték.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00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5B9573-55A0-D5AB-CBE4-B6FC312A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96520"/>
            <a:ext cx="4632960" cy="2575560"/>
          </a:xfrm>
        </p:spPr>
        <p:txBody>
          <a:bodyPr>
            <a:normAutofit/>
          </a:bodyPr>
          <a:lstStyle/>
          <a:p>
            <a:r>
              <a:rPr lang="hu-HU" dirty="0"/>
              <a:t>A gyors-</a:t>
            </a:r>
            <a:br>
              <a:rPr lang="hu-HU" dirty="0"/>
            </a:br>
            <a:r>
              <a:rPr lang="hu-HU" dirty="0"/>
              <a:t>rendezés </a:t>
            </a:r>
            <a:br>
              <a:rPr lang="hu-HU" dirty="0"/>
            </a:br>
            <a:r>
              <a:rPr lang="hu-HU" dirty="0"/>
              <a:t>C# kódja*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FA95EB22-667B-AD58-EBAB-0A1F9957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49627">
            <a:off x="173079" y="465235"/>
            <a:ext cx="4067743" cy="2848373"/>
          </a:xfrm>
          <a:custGeom>
            <a:avLst/>
            <a:gdLst>
              <a:gd name="csX0" fmla="*/ 0 w 4067743"/>
              <a:gd name="csY0" fmla="*/ 0 h 2848373"/>
              <a:gd name="csX1" fmla="*/ 459074 w 4067743"/>
              <a:gd name="csY1" fmla="*/ 0 h 2848373"/>
              <a:gd name="csX2" fmla="*/ 958825 w 4067743"/>
              <a:gd name="csY2" fmla="*/ 0 h 2848373"/>
              <a:gd name="csX3" fmla="*/ 1580609 w 4067743"/>
              <a:gd name="csY3" fmla="*/ 0 h 2848373"/>
              <a:gd name="csX4" fmla="*/ 2202392 w 4067743"/>
              <a:gd name="csY4" fmla="*/ 0 h 2848373"/>
              <a:gd name="csX5" fmla="*/ 2824176 w 4067743"/>
              <a:gd name="csY5" fmla="*/ 0 h 2848373"/>
              <a:gd name="csX6" fmla="*/ 3283250 w 4067743"/>
              <a:gd name="csY6" fmla="*/ 0 h 2848373"/>
              <a:gd name="csX7" fmla="*/ 4067743 w 4067743"/>
              <a:gd name="csY7" fmla="*/ 0 h 2848373"/>
              <a:gd name="csX8" fmla="*/ 4067743 w 4067743"/>
              <a:gd name="csY8" fmla="*/ 484223 h 2848373"/>
              <a:gd name="csX9" fmla="*/ 4067743 w 4067743"/>
              <a:gd name="csY9" fmla="*/ 1110865 h 2848373"/>
              <a:gd name="csX10" fmla="*/ 4067743 w 4067743"/>
              <a:gd name="csY10" fmla="*/ 1623573 h 2848373"/>
              <a:gd name="csX11" fmla="*/ 4067743 w 4067743"/>
              <a:gd name="csY11" fmla="*/ 2136280 h 2848373"/>
              <a:gd name="csX12" fmla="*/ 4067743 w 4067743"/>
              <a:gd name="csY12" fmla="*/ 2848373 h 2848373"/>
              <a:gd name="csX13" fmla="*/ 3567992 w 4067743"/>
              <a:gd name="csY13" fmla="*/ 2848373 h 2848373"/>
              <a:gd name="csX14" fmla="*/ 2905531 w 4067743"/>
              <a:gd name="csY14" fmla="*/ 2848373 h 2848373"/>
              <a:gd name="csX15" fmla="*/ 2324425 w 4067743"/>
              <a:gd name="csY15" fmla="*/ 2848373 h 2848373"/>
              <a:gd name="csX16" fmla="*/ 1783996 w 4067743"/>
              <a:gd name="csY16" fmla="*/ 2848373 h 2848373"/>
              <a:gd name="csX17" fmla="*/ 1284245 w 4067743"/>
              <a:gd name="csY17" fmla="*/ 2848373 h 2848373"/>
              <a:gd name="csX18" fmla="*/ 825171 w 4067743"/>
              <a:gd name="csY18" fmla="*/ 2848373 h 2848373"/>
              <a:gd name="csX19" fmla="*/ 0 w 4067743"/>
              <a:gd name="csY19" fmla="*/ 2848373 h 2848373"/>
              <a:gd name="csX20" fmla="*/ 0 w 4067743"/>
              <a:gd name="csY20" fmla="*/ 2250215 h 2848373"/>
              <a:gd name="csX21" fmla="*/ 0 w 4067743"/>
              <a:gd name="csY21" fmla="*/ 1709024 h 2848373"/>
              <a:gd name="csX22" fmla="*/ 0 w 4067743"/>
              <a:gd name="csY22" fmla="*/ 1167833 h 2848373"/>
              <a:gd name="csX23" fmla="*/ 0 w 4067743"/>
              <a:gd name="csY23" fmla="*/ 569675 h 2848373"/>
              <a:gd name="csX24" fmla="*/ 0 w 4067743"/>
              <a:gd name="csY24" fmla="*/ 0 h 2848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067743" h="2848373" fill="none" extrusionOk="0">
                <a:moveTo>
                  <a:pt x="0" y="0"/>
                </a:moveTo>
                <a:cubicBezTo>
                  <a:pt x="101042" y="-9433"/>
                  <a:pt x="309268" y="28067"/>
                  <a:pt x="459074" y="0"/>
                </a:cubicBezTo>
                <a:cubicBezTo>
                  <a:pt x="608880" y="-28067"/>
                  <a:pt x="762898" y="2488"/>
                  <a:pt x="958825" y="0"/>
                </a:cubicBezTo>
                <a:cubicBezTo>
                  <a:pt x="1154752" y="-2488"/>
                  <a:pt x="1330072" y="5729"/>
                  <a:pt x="1580609" y="0"/>
                </a:cubicBezTo>
                <a:cubicBezTo>
                  <a:pt x="1831146" y="-5729"/>
                  <a:pt x="2054470" y="5697"/>
                  <a:pt x="2202392" y="0"/>
                </a:cubicBezTo>
                <a:cubicBezTo>
                  <a:pt x="2350314" y="-5697"/>
                  <a:pt x="2635994" y="54787"/>
                  <a:pt x="2824176" y="0"/>
                </a:cubicBezTo>
                <a:cubicBezTo>
                  <a:pt x="3012358" y="-54787"/>
                  <a:pt x="3154722" y="25710"/>
                  <a:pt x="3283250" y="0"/>
                </a:cubicBezTo>
                <a:cubicBezTo>
                  <a:pt x="3411778" y="-25710"/>
                  <a:pt x="3740663" y="75157"/>
                  <a:pt x="4067743" y="0"/>
                </a:cubicBezTo>
                <a:cubicBezTo>
                  <a:pt x="4124431" y="106862"/>
                  <a:pt x="4049840" y="381306"/>
                  <a:pt x="4067743" y="484223"/>
                </a:cubicBezTo>
                <a:cubicBezTo>
                  <a:pt x="4085646" y="587140"/>
                  <a:pt x="4046990" y="982098"/>
                  <a:pt x="4067743" y="1110865"/>
                </a:cubicBezTo>
                <a:cubicBezTo>
                  <a:pt x="4088496" y="1239632"/>
                  <a:pt x="4026735" y="1477840"/>
                  <a:pt x="4067743" y="1623573"/>
                </a:cubicBezTo>
                <a:cubicBezTo>
                  <a:pt x="4108751" y="1769306"/>
                  <a:pt x="4030285" y="1945801"/>
                  <a:pt x="4067743" y="2136280"/>
                </a:cubicBezTo>
                <a:cubicBezTo>
                  <a:pt x="4105201" y="2326759"/>
                  <a:pt x="4054549" y="2541211"/>
                  <a:pt x="4067743" y="2848373"/>
                </a:cubicBezTo>
                <a:cubicBezTo>
                  <a:pt x="3892352" y="2902689"/>
                  <a:pt x="3808784" y="2810778"/>
                  <a:pt x="3567992" y="2848373"/>
                </a:cubicBezTo>
                <a:cubicBezTo>
                  <a:pt x="3327200" y="2885968"/>
                  <a:pt x="3231030" y="2820402"/>
                  <a:pt x="2905531" y="2848373"/>
                </a:cubicBezTo>
                <a:cubicBezTo>
                  <a:pt x="2580032" y="2876344"/>
                  <a:pt x="2576096" y="2827057"/>
                  <a:pt x="2324425" y="2848373"/>
                </a:cubicBezTo>
                <a:cubicBezTo>
                  <a:pt x="2072754" y="2869689"/>
                  <a:pt x="1911203" y="2835344"/>
                  <a:pt x="1783996" y="2848373"/>
                </a:cubicBezTo>
                <a:cubicBezTo>
                  <a:pt x="1656789" y="2861402"/>
                  <a:pt x="1423074" y="2845537"/>
                  <a:pt x="1284245" y="2848373"/>
                </a:cubicBezTo>
                <a:cubicBezTo>
                  <a:pt x="1145416" y="2851209"/>
                  <a:pt x="1046634" y="2801994"/>
                  <a:pt x="825171" y="2848373"/>
                </a:cubicBezTo>
                <a:cubicBezTo>
                  <a:pt x="603708" y="2894752"/>
                  <a:pt x="376078" y="2811679"/>
                  <a:pt x="0" y="2848373"/>
                </a:cubicBezTo>
                <a:cubicBezTo>
                  <a:pt x="-63819" y="2641023"/>
                  <a:pt x="71201" y="2531504"/>
                  <a:pt x="0" y="2250215"/>
                </a:cubicBezTo>
                <a:cubicBezTo>
                  <a:pt x="-71201" y="1968926"/>
                  <a:pt x="17592" y="1838858"/>
                  <a:pt x="0" y="1709024"/>
                </a:cubicBezTo>
                <a:cubicBezTo>
                  <a:pt x="-17592" y="1579190"/>
                  <a:pt x="60872" y="1413674"/>
                  <a:pt x="0" y="1167833"/>
                </a:cubicBezTo>
                <a:cubicBezTo>
                  <a:pt x="-60872" y="921992"/>
                  <a:pt x="38974" y="868241"/>
                  <a:pt x="0" y="569675"/>
                </a:cubicBezTo>
                <a:cubicBezTo>
                  <a:pt x="-38974" y="271109"/>
                  <a:pt x="26777" y="175991"/>
                  <a:pt x="0" y="0"/>
                </a:cubicBezTo>
                <a:close/>
              </a:path>
              <a:path w="4067743" h="2848373" stroke="0" extrusionOk="0">
                <a:moveTo>
                  <a:pt x="0" y="0"/>
                </a:moveTo>
                <a:cubicBezTo>
                  <a:pt x="205885" y="-24079"/>
                  <a:pt x="386111" y="19755"/>
                  <a:pt x="540429" y="0"/>
                </a:cubicBezTo>
                <a:cubicBezTo>
                  <a:pt x="694747" y="-19755"/>
                  <a:pt x="826091" y="34418"/>
                  <a:pt x="1080857" y="0"/>
                </a:cubicBezTo>
                <a:cubicBezTo>
                  <a:pt x="1335623" y="-34418"/>
                  <a:pt x="1580826" y="79077"/>
                  <a:pt x="1743318" y="0"/>
                </a:cubicBezTo>
                <a:cubicBezTo>
                  <a:pt x="1905810" y="-79077"/>
                  <a:pt x="2154788" y="36200"/>
                  <a:pt x="2365102" y="0"/>
                </a:cubicBezTo>
                <a:cubicBezTo>
                  <a:pt x="2575416" y="-36200"/>
                  <a:pt x="2717250" y="39883"/>
                  <a:pt x="2986886" y="0"/>
                </a:cubicBezTo>
                <a:cubicBezTo>
                  <a:pt x="3256522" y="-39883"/>
                  <a:pt x="3443734" y="60403"/>
                  <a:pt x="3567992" y="0"/>
                </a:cubicBezTo>
                <a:cubicBezTo>
                  <a:pt x="3692250" y="-60403"/>
                  <a:pt x="3953421" y="45850"/>
                  <a:pt x="4067743" y="0"/>
                </a:cubicBezTo>
                <a:cubicBezTo>
                  <a:pt x="4134760" y="185649"/>
                  <a:pt x="4056131" y="385406"/>
                  <a:pt x="4067743" y="598158"/>
                </a:cubicBezTo>
                <a:cubicBezTo>
                  <a:pt x="4079355" y="810910"/>
                  <a:pt x="4022687" y="966439"/>
                  <a:pt x="4067743" y="1196317"/>
                </a:cubicBezTo>
                <a:cubicBezTo>
                  <a:pt x="4112799" y="1426195"/>
                  <a:pt x="4055275" y="1517844"/>
                  <a:pt x="4067743" y="1680540"/>
                </a:cubicBezTo>
                <a:cubicBezTo>
                  <a:pt x="4080211" y="1843236"/>
                  <a:pt x="4017379" y="2035178"/>
                  <a:pt x="4067743" y="2250215"/>
                </a:cubicBezTo>
                <a:cubicBezTo>
                  <a:pt x="4118107" y="2465253"/>
                  <a:pt x="4064260" y="2722882"/>
                  <a:pt x="4067743" y="2848373"/>
                </a:cubicBezTo>
                <a:cubicBezTo>
                  <a:pt x="3909259" y="2878661"/>
                  <a:pt x="3682562" y="2817208"/>
                  <a:pt x="3567992" y="2848373"/>
                </a:cubicBezTo>
                <a:cubicBezTo>
                  <a:pt x="3453422" y="2879538"/>
                  <a:pt x="3270380" y="2801319"/>
                  <a:pt x="3108918" y="2848373"/>
                </a:cubicBezTo>
                <a:cubicBezTo>
                  <a:pt x="2947456" y="2895427"/>
                  <a:pt x="2823472" y="2811812"/>
                  <a:pt x="2609167" y="2848373"/>
                </a:cubicBezTo>
                <a:cubicBezTo>
                  <a:pt x="2394862" y="2884934"/>
                  <a:pt x="2262453" y="2793890"/>
                  <a:pt x="2028060" y="2848373"/>
                </a:cubicBezTo>
                <a:cubicBezTo>
                  <a:pt x="1793667" y="2902856"/>
                  <a:pt x="1682786" y="2828749"/>
                  <a:pt x="1487632" y="2848373"/>
                </a:cubicBezTo>
                <a:cubicBezTo>
                  <a:pt x="1292478" y="2867997"/>
                  <a:pt x="1049965" y="2832850"/>
                  <a:pt x="825171" y="2848373"/>
                </a:cubicBezTo>
                <a:cubicBezTo>
                  <a:pt x="600377" y="2863896"/>
                  <a:pt x="369504" y="2804200"/>
                  <a:pt x="0" y="2848373"/>
                </a:cubicBezTo>
                <a:cubicBezTo>
                  <a:pt x="-11127" y="2657462"/>
                  <a:pt x="35431" y="2391127"/>
                  <a:pt x="0" y="2250215"/>
                </a:cubicBezTo>
                <a:cubicBezTo>
                  <a:pt x="-35431" y="2109303"/>
                  <a:pt x="47791" y="1802380"/>
                  <a:pt x="0" y="1652056"/>
                </a:cubicBezTo>
                <a:cubicBezTo>
                  <a:pt x="-47791" y="1501732"/>
                  <a:pt x="925" y="1223590"/>
                  <a:pt x="0" y="1110865"/>
                </a:cubicBezTo>
                <a:cubicBezTo>
                  <a:pt x="-925" y="998140"/>
                  <a:pt x="43391" y="761176"/>
                  <a:pt x="0" y="598158"/>
                </a:cubicBezTo>
                <a:cubicBezTo>
                  <a:pt x="-43391" y="435140"/>
                  <a:pt x="50655" y="182194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C6D52A70-1D97-24C9-3213-BA2C5DFFD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562" y="3152258"/>
            <a:ext cx="5163271" cy="3705742"/>
          </a:xfrm>
          <a:custGeom>
            <a:avLst/>
            <a:gdLst>
              <a:gd name="csX0" fmla="*/ 0 w 5163271"/>
              <a:gd name="csY0" fmla="*/ 0 h 3705742"/>
              <a:gd name="csX1" fmla="*/ 573697 w 5163271"/>
              <a:gd name="csY1" fmla="*/ 0 h 3705742"/>
              <a:gd name="csX2" fmla="*/ 1147394 w 5163271"/>
              <a:gd name="csY2" fmla="*/ 0 h 3705742"/>
              <a:gd name="csX3" fmla="*/ 1566192 w 5163271"/>
              <a:gd name="csY3" fmla="*/ 0 h 3705742"/>
              <a:gd name="csX4" fmla="*/ 1984991 w 5163271"/>
              <a:gd name="csY4" fmla="*/ 0 h 3705742"/>
              <a:gd name="csX5" fmla="*/ 2610320 w 5163271"/>
              <a:gd name="csY5" fmla="*/ 0 h 3705742"/>
              <a:gd name="csX6" fmla="*/ 3184017 w 5163271"/>
              <a:gd name="csY6" fmla="*/ 0 h 3705742"/>
              <a:gd name="csX7" fmla="*/ 3757714 w 5163271"/>
              <a:gd name="csY7" fmla="*/ 0 h 3705742"/>
              <a:gd name="csX8" fmla="*/ 4279778 w 5163271"/>
              <a:gd name="csY8" fmla="*/ 0 h 3705742"/>
              <a:gd name="csX9" fmla="*/ 5163271 w 5163271"/>
              <a:gd name="csY9" fmla="*/ 0 h 3705742"/>
              <a:gd name="csX10" fmla="*/ 5163271 w 5163271"/>
              <a:gd name="csY10" fmla="*/ 492334 h 3705742"/>
              <a:gd name="csX11" fmla="*/ 5163271 w 5163271"/>
              <a:gd name="csY11" fmla="*/ 947611 h 3705742"/>
              <a:gd name="csX12" fmla="*/ 5163271 w 5163271"/>
              <a:gd name="csY12" fmla="*/ 1514060 h 3705742"/>
              <a:gd name="csX13" fmla="*/ 5163271 w 5163271"/>
              <a:gd name="csY13" fmla="*/ 1969337 h 3705742"/>
              <a:gd name="csX14" fmla="*/ 5163271 w 5163271"/>
              <a:gd name="csY14" fmla="*/ 2424614 h 3705742"/>
              <a:gd name="csX15" fmla="*/ 5163271 w 5163271"/>
              <a:gd name="csY15" fmla="*/ 2879891 h 3705742"/>
              <a:gd name="csX16" fmla="*/ 5163271 w 5163271"/>
              <a:gd name="csY16" fmla="*/ 3705742 h 3705742"/>
              <a:gd name="csX17" fmla="*/ 4744472 w 5163271"/>
              <a:gd name="csY17" fmla="*/ 3705742 h 3705742"/>
              <a:gd name="csX18" fmla="*/ 4274041 w 5163271"/>
              <a:gd name="csY18" fmla="*/ 3705742 h 3705742"/>
              <a:gd name="csX19" fmla="*/ 3648712 w 5163271"/>
              <a:gd name="csY19" fmla="*/ 3705742 h 3705742"/>
              <a:gd name="csX20" fmla="*/ 3075015 w 5163271"/>
              <a:gd name="csY20" fmla="*/ 3705742 h 3705742"/>
              <a:gd name="csX21" fmla="*/ 2552951 w 5163271"/>
              <a:gd name="csY21" fmla="*/ 3705742 h 3705742"/>
              <a:gd name="csX22" fmla="*/ 1875988 w 5163271"/>
              <a:gd name="csY22" fmla="*/ 3705742 h 3705742"/>
              <a:gd name="csX23" fmla="*/ 1250659 w 5163271"/>
              <a:gd name="csY23" fmla="*/ 3705742 h 3705742"/>
              <a:gd name="csX24" fmla="*/ 625329 w 5163271"/>
              <a:gd name="csY24" fmla="*/ 3705742 h 3705742"/>
              <a:gd name="csX25" fmla="*/ 0 w 5163271"/>
              <a:gd name="csY25" fmla="*/ 3705742 h 3705742"/>
              <a:gd name="csX26" fmla="*/ 0 w 5163271"/>
              <a:gd name="csY26" fmla="*/ 3139293 h 3705742"/>
              <a:gd name="csX27" fmla="*/ 0 w 5163271"/>
              <a:gd name="csY27" fmla="*/ 2609901 h 3705742"/>
              <a:gd name="csX28" fmla="*/ 0 w 5163271"/>
              <a:gd name="csY28" fmla="*/ 2043452 h 3705742"/>
              <a:gd name="csX29" fmla="*/ 0 w 5163271"/>
              <a:gd name="csY29" fmla="*/ 1514060 h 3705742"/>
              <a:gd name="csX30" fmla="*/ 0 w 5163271"/>
              <a:gd name="csY30" fmla="*/ 1021726 h 3705742"/>
              <a:gd name="csX31" fmla="*/ 0 w 5163271"/>
              <a:gd name="csY31" fmla="*/ 0 h 3705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163271" h="3705742" fill="none" extrusionOk="0">
                <a:moveTo>
                  <a:pt x="0" y="0"/>
                </a:moveTo>
                <a:cubicBezTo>
                  <a:pt x="270439" y="-50304"/>
                  <a:pt x="307434" y="1648"/>
                  <a:pt x="573697" y="0"/>
                </a:cubicBezTo>
                <a:cubicBezTo>
                  <a:pt x="839960" y="-1648"/>
                  <a:pt x="990310" y="27993"/>
                  <a:pt x="1147394" y="0"/>
                </a:cubicBezTo>
                <a:cubicBezTo>
                  <a:pt x="1304478" y="-27993"/>
                  <a:pt x="1387486" y="23674"/>
                  <a:pt x="1566192" y="0"/>
                </a:cubicBezTo>
                <a:cubicBezTo>
                  <a:pt x="1744898" y="-23674"/>
                  <a:pt x="1843157" y="47613"/>
                  <a:pt x="1984991" y="0"/>
                </a:cubicBezTo>
                <a:cubicBezTo>
                  <a:pt x="2126825" y="-47613"/>
                  <a:pt x="2300585" y="26862"/>
                  <a:pt x="2610320" y="0"/>
                </a:cubicBezTo>
                <a:cubicBezTo>
                  <a:pt x="2920055" y="-26862"/>
                  <a:pt x="3006823" y="33963"/>
                  <a:pt x="3184017" y="0"/>
                </a:cubicBezTo>
                <a:cubicBezTo>
                  <a:pt x="3361211" y="-33963"/>
                  <a:pt x="3558239" y="13918"/>
                  <a:pt x="3757714" y="0"/>
                </a:cubicBezTo>
                <a:cubicBezTo>
                  <a:pt x="3957189" y="-13918"/>
                  <a:pt x="4078593" y="13599"/>
                  <a:pt x="4279778" y="0"/>
                </a:cubicBezTo>
                <a:cubicBezTo>
                  <a:pt x="4480963" y="-13599"/>
                  <a:pt x="4902524" y="91820"/>
                  <a:pt x="5163271" y="0"/>
                </a:cubicBezTo>
                <a:cubicBezTo>
                  <a:pt x="5172018" y="131577"/>
                  <a:pt x="5135464" y="297915"/>
                  <a:pt x="5163271" y="492334"/>
                </a:cubicBezTo>
                <a:cubicBezTo>
                  <a:pt x="5191078" y="686753"/>
                  <a:pt x="5128499" y="772974"/>
                  <a:pt x="5163271" y="947611"/>
                </a:cubicBezTo>
                <a:cubicBezTo>
                  <a:pt x="5198043" y="1122248"/>
                  <a:pt x="5111907" y="1341620"/>
                  <a:pt x="5163271" y="1514060"/>
                </a:cubicBezTo>
                <a:cubicBezTo>
                  <a:pt x="5214635" y="1686500"/>
                  <a:pt x="5124923" y="1786683"/>
                  <a:pt x="5163271" y="1969337"/>
                </a:cubicBezTo>
                <a:cubicBezTo>
                  <a:pt x="5201619" y="2151991"/>
                  <a:pt x="5156567" y="2290882"/>
                  <a:pt x="5163271" y="2424614"/>
                </a:cubicBezTo>
                <a:cubicBezTo>
                  <a:pt x="5169975" y="2558346"/>
                  <a:pt x="5154905" y="2681941"/>
                  <a:pt x="5163271" y="2879891"/>
                </a:cubicBezTo>
                <a:cubicBezTo>
                  <a:pt x="5171637" y="3077841"/>
                  <a:pt x="5105635" y="3493663"/>
                  <a:pt x="5163271" y="3705742"/>
                </a:cubicBezTo>
                <a:cubicBezTo>
                  <a:pt x="4982811" y="3745974"/>
                  <a:pt x="4903080" y="3674666"/>
                  <a:pt x="4744472" y="3705742"/>
                </a:cubicBezTo>
                <a:cubicBezTo>
                  <a:pt x="4585864" y="3736818"/>
                  <a:pt x="4416477" y="3657634"/>
                  <a:pt x="4274041" y="3705742"/>
                </a:cubicBezTo>
                <a:cubicBezTo>
                  <a:pt x="4131605" y="3753850"/>
                  <a:pt x="3931393" y="3650530"/>
                  <a:pt x="3648712" y="3705742"/>
                </a:cubicBezTo>
                <a:cubicBezTo>
                  <a:pt x="3366031" y="3760954"/>
                  <a:pt x="3305160" y="3649666"/>
                  <a:pt x="3075015" y="3705742"/>
                </a:cubicBezTo>
                <a:cubicBezTo>
                  <a:pt x="2844870" y="3761818"/>
                  <a:pt x="2696970" y="3689184"/>
                  <a:pt x="2552951" y="3705742"/>
                </a:cubicBezTo>
                <a:cubicBezTo>
                  <a:pt x="2408932" y="3722300"/>
                  <a:pt x="2045854" y="3669078"/>
                  <a:pt x="1875988" y="3705742"/>
                </a:cubicBezTo>
                <a:cubicBezTo>
                  <a:pt x="1706122" y="3742406"/>
                  <a:pt x="1503833" y="3698162"/>
                  <a:pt x="1250659" y="3705742"/>
                </a:cubicBezTo>
                <a:cubicBezTo>
                  <a:pt x="997485" y="3713322"/>
                  <a:pt x="816362" y="3659824"/>
                  <a:pt x="625329" y="3705742"/>
                </a:cubicBezTo>
                <a:cubicBezTo>
                  <a:pt x="434296" y="3751660"/>
                  <a:pt x="126398" y="3634528"/>
                  <a:pt x="0" y="3705742"/>
                </a:cubicBezTo>
                <a:cubicBezTo>
                  <a:pt x="-56489" y="3443664"/>
                  <a:pt x="7974" y="3308906"/>
                  <a:pt x="0" y="3139293"/>
                </a:cubicBezTo>
                <a:cubicBezTo>
                  <a:pt x="-7974" y="2969680"/>
                  <a:pt x="1499" y="2872842"/>
                  <a:pt x="0" y="2609901"/>
                </a:cubicBezTo>
                <a:cubicBezTo>
                  <a:pt x="-1499" y="2346960"/>
                  <a:pt x="45545" y="2157122"/>
                  <a:pt x="0" y="2043452"/>
                </a:cubicBezTo>
                <a:cubicBezTo>
                  <a:pt x="-45545" y="1929782"/>
                  <a:pt x="47333" y="1648460"/>
                  <a:pt x="0" y="1514060"/>
                </a:cubicBezTo>
                <a:cubicBezTo>
                  <a:pt x="-47333" y="1379660"/>
                  <a:pt x="36752" y="1150690"/>
                  <a:pt x="0" y="1021726"/>
                </a:cubicBezTo>
                <a:cubicBezTo>
                  <a:pt x="-36752" y="892762"/>
                  <a:pt x="48196" y="404763"/>
                  <a:pt x="0" y="0"/>
                </a:cubicBezTo>
                <a:close/>
              </a:path>
              <a:path w="5163271" h="3705742" stroke="0" extrusionOk="0">
                <a:moveTo>
                  <a:pt x="0" y="0"/>
                </a:moveTo>
                <a:cubicBezTo>
                  <a:pt x="139815" y="-17956"/>
                  <a:pt x="329309" y="35519"/>
                  <a:pt x="522064" y="0"/>
                </a:cubicBezTo>
                <a:cubicBezTo>
                  <a:pt x="714819" y="-35519"/>
                  <a:pt x="878554" y="9324"/>
                  <a:pt x="1044128" y="0"/>
                </a:cubicBezTo>
                <a:cubicBezTo>
                  <a:pt x="1209702" y="-9324"/>
                  <a:pt x="1535115" y="8165"/>
                  <a:pt x="1721090" y="0"/>
                </a:cubicBezTo>
                <a:cubicBezTo>
                  <a:pt x="1907065" y="-8165"/>
                  <a:pt x="2051515" y="6942"/>
                  <a:pt x="2346420" y="0"/>
                </a:cubicBezTo>
                <a:cubicBezTo>
                  <a:pt x="2641325" y="-6942"/>
                  <a:pt x="2679083" y="4674"/>
                  <a:pt x="2971749" y="0"/>
                </a:cubicBezTo>
                <a:cubicBezTo>
                  <a:pt x="3264415" y="-4674"/>
                  <a:pt x="3363350" y="28104"/>
                  <a:pt x="3545446" y="0"/>
                </a:cubicBezTo>
                <a:cubicBezTo>
                  <a:pt x="3727542" y="-28104"/>
                  <a:pt x="3875197" y="18695"/>
                  <a:pt x="4119143" y="0"/>
                </a:cubicBezTo>
                <a:cubicBezTo>
                  <a:pt x="4363089" y="-18695"/>
                  <a:pt x="4735174" y="30966"/>
                  <a:pt x="5163271" y="0"/>
                </a:cubicBezTo>
                <a:cubicBezTo>
                  <a:pt x="5214936" y="243191"/>
                  <a:pt x="5116167" y="369111"/>
                  <a:pt x="5163271" y="529392"/>
                </a:cubicBezTo>
                <a:cubicBezTo>
                  <a:pt x="5210375" y="689673"/>
                  <a:pt x="5130091" y="741525"/>
                  <a:pt x="5163271" y="947611"/>
                </a:cubicBezTo>
                <a:cubicBezTo>
                  <a:pt x="5196451" y="1153697"/>
                  <a:pt x="5158463" y="1325057"/>
                  <a:pt x="5163271" y="1477003"/>
                </a:cubicBezTo>
                <a:cubicBezTo>
                  <a:pt x="5168079" y="1628949"/>
                  <a:pt x="5117827" y="1715485"/>
                  <a:pt x="5163271" y="1895222"/>
                </a:cubicBezTo>
                <a:cubicBezTo>
                  <a:pt x="5208715" y="2074959"/>
                  <a:pt x="5111685" y="2215739"/>
                  <a:pt x="5163271" y="2350499"/>
                </a:cubicBezTo>
                <a:cubicBezTo>
                  <a:pt x="5214857" y="2485259"/>
                  <a:pt x="5128059" y="2721327"/>
                  <a:pt x="5163271" y="2879891"/>
                </a:cubicBezTo>
                <a:cubicBezTo>
                  <a:pt x="5198483" y="3038455"/>
                  <a:pt x="5160998" y="3388732"/>
                  <a:pt x="5163271" y="3705742"/>
                </a:cubicBezTo>
                <a:cubicBezTo>
                  <a:pt x="5042499" y="3722564"/>
                  <a:pt x="4790351" y="3660270"/>
                  <a:pt x="4589574" y="3705742"/>
                </a:cubicBezTo>
                <a:cubicBezTo>
                  <a:pt x="4388797" y="3751214"/>
                  <a:pt x="4309136" y="3644635"/>
                  <a:pt x="4067510" y="3705742"/>
                </a:cubicBezTo>
                <a:cubicBezTo>
                  <a:pt x="3825884" y="3766849"/>
                  <a:pt x="3648392" y="3648279"/>
                  <a:pt x="3390548" y="3705742"/>
                </a:cubicBezTo>
                <a:cubicBezTo>
                  <a:pt x="3132704" y="3763205"/>
                  <a:pt x="3118277" y="3669774"/>
                  <a:pt x="2868484" y="3705742"/>
                </a:cubicBezTo>
                <a:cubicBezTo>
                  <a:pt x="2618691" y="3741710"/>
                  <a:pt x="2531418" y="3705022"/>
                  <a:pt x="2243154" y="3705742"/>
                </a:cubicBezTo>
                <a:cubicBezTo>
                  <a:pt x="1954890" y="3706462"/>
                  <a:pt x="1771273" y="3640218"/>
                  <a:pt x="1566192" y="3705742"/>
                </a:cubicBezTo>
                <a:cubicBezTo>
                  <a:pt x="1361111" y="3771266"/>
                  <a:pt x="1284820" y="3701850"/>
                  <a:pt x="1044128" y="3705742"/>
                </a:cubicBezTo>
                <a:cubicBezTo>
                  <a:pt x="803436" y="3709634"/>
                  <a:pt x="755414" y="3682688"/>
                  <a:pt x="625329" y="3705742"/>
                </a:cubicBezTo>
                <a:cubicBezTo>
                  <a:pt x="495244" y="3728796"/>
                  <a:pt x="292492" y="3657810"/>
                  <a:pt x="0" y="3705742"/>
                </a:cubicBezTo>
                <a:cubicBezTo>
                  <a:pt x="-43447" y="3604620"/>
                  <a:pt x="2730" y="3435577"/>
                  <a:pt x="0" y="3213408"/>
                </a:cubicBezTo>
                <a:cubicBezTo>
                  <a:pt x="-2730" y="2991239"/>
                  <a:pt x="19124" y="2846924"/>
                  <a:pt x="0" y="2684016"/>
                </a:cubicBezTo>
                <a:cubicBezTo>
                  <a:pt x="-19124" y="2521108"/>
                  <a:pt x="14890" y="2368134"/>
                  <a:pt x="0" y="2228739"/>
                </a:cubicBezTo>
                <a:cubicBezTo>
                  <a:pt x="-14890" y="2089344"/>
                  <a:pt x="43159" y="1998010"/>
                  <a:pt x="0" y="1773462"/>
                </a:cubicBezTo>
                <a:cubicBezTo>
                  <a:pt x="-43159" y="1548914"/>
                  <a:pt x="42054" y="1499839"/>
                  <a:pt x="0" y="1318185"/>
                </a:cubicBezTo>
                <a:cubicBezTo>
                  <a:pt x="-42054" y="1136531"/>
                  <a:pt x="46579" y="1010643"/>
                  <a:pt x="0" y="788794"/>
                </a:cubicBezTo>
                <a:cubicBezTo>
                  <a:pt x="-46579" y="566945"/>
                  <a:pt x="65619" y="26392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A314744-D295-0FA6-FC51-E3AF18634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5760">
            <a:off x="6858954" y="228153"/>
            <a:ext cx="5096586" cy="6401693"/>
          </a:xfrm>
          <a:custGeom>
            <a:avLst/>
            <a:gdLst>
              <a:gd name="csX0" fmla="*/ 0 w 5096586"/>
              <a:gd name="csY0" fmla="*/ 0 h 6401693"/>
              <a:gd name="csX1" fmla="*/ 464356 w 5096586"/>
              <a:gd name="csY1" fmla="*/ 0 h 6401693"/>
              <a:gd name="csX2" fmla="*/ 877745 w 5096586"/>
              <a:gd name="csY2" fmla="*/ 0 h 6401693"/>
              <a:gd name="csX3" fmla="*/ 1494999 w 5096586"/>
              <a:gd name="csY3" fmla="*/ 0 h 6401693"/>
              <a:gd name="csX4" fmla="*/ 1908388 w 5096586"/>
              <a:gd name="csY4" fmla="*/ 0 h 6401693"/>
              <a:gd name="csX5" fmla="*/ 2423710 w 5096586"/>
              <a:gd name="csY5" fmla="*/ 0 h 6401693"/>
              <a:gd name="csX6" fmla="*/ 2939031 w 5096586"/>
              <a:gd name="csY6" fmla="*/ 0 h 6401693"/>
              <a:gd name="csX7" fmla="*/ 3556284 w 5096586"/>
              <a:gd name="csY7" fmla="*/ 0 h 6401693"/>
              <a:gd name="csX8" fmla="*/ 4020640 w 5096586"/>
              <a:gd name="csY8" fmla="*/ 0 h 6401693"/>
              <a:gd name="csX9" fmla="*/ 5096586 w 5096586"/>
              <a:gd name="csY9" fmla="*/ 0 h 6401693"/>
              <a:gd name="csX10" fmla="*/ 5096586 w 5096586"/>
              <a:gd name="csY10" fmla="*/ 453938 h 6401693"/>
              <a:gd name="csX11" fmla="*/ 5096586 w 5096586"/>
              <a:gd name="csY11" fmla="*/ 843860 h 6401693"/>
              <a:gd name="csX12" fmla="*/ 5096586 w 5096586"/>
              <a:gd name="csY12" fmla="*/ 1233781 h 6401693"/>
              <a:gd name="csX13" fmla="*/ 5096586 w 5096586"/>
              <a:gd name="csY13" fmla="*/ 1943787 h 6401693"/>
              <a:gd name="csX14" fmla="*/ 5096586 w 5096586"/>
              <a:gd name="csY14" fmla="*/ 2589776 h 6401693"/>
              <a:gd name="csX15" fmla="*/ 5096586 w 5096586"/>
              <a:gd name="csY15" fmla="*/ 3235765 h 6401693"/>
              <a:gd name="csX16" fmla="*/ 5096586 w 5096586"/>
              <a:gd name="csY16" fmla="*/ 3625686 h 6401693"/>
              <a:gd name="csX17" fmla="*/ 5096586 w 5096586"/>
              <a:gd name="csY17" fmla="*/ 4015607 h 6401693"/>
              <a:gd name="csX18" fmla="*/ 5096586 w 5096586"/>
              <a:gd name="csY18" fmla="*/ 4597580 h 6401693"/>
              <a:gd name="csX19" fmla="*/ 5096586 w 5096586"/>
              <a:gd name="csY19" fmla="*/ 5243569 h 6401693"/>
              <a:gd name="csX20" fmla="*/ 5096586 w 5096586"/>
              <a:gd name="csY20" fmla="*/ 6401693 h 6401693"/>
              <a:gd name="csX21" fmla="*/ 4632230 w 5096586"/>
              <a:gd name="csY21" fmla="*/ 6401693 h 6401693"/>
              <a:gd name="csX22" fmla="*/ 4116909 w 5096586"/>
              <a:gd name="csY22" fmla="*/ 6401693 h 6401693"/>
              <a:gd name="csX23" fmla="*/ 3448690 w 5096586"/>
              <a:gd name="csY23" fmla="*/ 6401693 h 6401693"/>
              <a:gd name="csX24" fmla="*/ 2933368 w 5096586"/>
              <a:gd name="csY24" fmla="*/ 6401693 h 6401693"/>
              <a:gd name="csX25" fmla="*/ 2316115 w 5096586"/>
              <a:gd name="csY25" fmla="*/ 6401693 h 6401693"/>
              <a:gd name="csX26" fmla="*/ 1902725 w 5096586"/>
              <a:gd name="csY26" fmla="*/ 6401693 h 6401693"/>
              <a:gd name="csX27" fmla="*/ 1387404 w 5096586"/>
              <a:gd name="csY27" fmla="*/ 6401693 h 6401693"/>
              <a:gd name="csX28" fmla="*/ 974014 w 5096586"/>
              <a:gd name="csY28" fmla="*/ 6401693 h 6401693"/>
              <a:gd name="csX29" fmla="*/ 0 w 5096586"/>
              <a:gd name="csY29" fmla="*/ 6401693 h 6401693"/>
              <a:gd name="csX30" fmla="*/ 0 w 5096586"/>
              <a:gd name="csY30" fmla="*/ 5819721 h 6401693"/>
              <a:gd name="csX31" fmla="*/ 0 w 5096586"/>
              <a:gd name="csY31" fmla="*/ 5301766 h 6401693"/>
              <a:gd name="csX32" fmla="*/ 0 w 5096586"/>
              <a:gd name="csY32" fmla="*/ 4591760 h 6401693"/>
              <a:gd name="csX33" fmla="*/ 0 w 5096586"/>
              <a:gd name="csY33" fmla="*/ 3945771 h 6401693"/>
              <a:gd name="csX34" fmla="*/ 0 w 5096586"/>
              <a:gd name="csY34" fmla="*/ 3427816 h 6401693"/>
              <a:gd name="csX35" fmla="*/ 0 w 5096586"/>
              <a:gd name="csY35" fmla="*/ 2781827 h 6401693"/>
              <a:gd name="csX36" fmla="*/ 0 w 5096586"/>
              <a:gd name="csY36" fmla="*/ 2071821 h 6401693"/>
              <a:gd name="csX37" fmla="*/ 0 w 5096586"/>
              <a:gd name="csY37" fmla="*/ 1425832 h 6401693"/>
              <a:gd name="csX38" fmla="*/ 0 w 5096586"/>
              <a:gd name="csY38" fmla="*/ 779843 h 6401693"/>
              <a:gd name="csX39" fmla="*/ 0 w 5096586"/>
              <a:gd name="csY39" fmla="*/ 0 h 6401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096586" h="6401693" fill="none" extrusionOk="0">
                <a:moveTo>
                  <a:pt x="0" y="0"/>
                </a:moveTo>
                <a:cubicBezTo>
                  <a:pt x="155868" y="-46477"/>
                  <a:pt x="290981" y="25158"/>
                  <a:pt x="464356" y="0"/>
                </a:cubicBezTo>
                <a:cubicBezTo>
                  <a:pt x="637731" y="-25158"/>
                  <a:pt x="748955" y="37139"/>
                  <a:pt x="877745" y="0"/>
                </a:cubicBezTo>
                <a:cubicBezTo>
                  <a:pt x="1006535" y="-37139"/>
                  <a:pt x="1191279" y="42269"/>
                  <a:pt x="1494999" y="0"/>
                </a:cubicBezTo>
                <a:cubicBezTo>
                  <a:pt x="1798719" y="-42269"/>
                  <a:pt x="1745347" y="41175"/>
                  <a:pt x="1908388" y="0"/>
                </a:cubicBezTo>
                <a:cubicBezTo>
                  <a:pt x="2071429" y="-41175"/>
                  <a:pt x="2181540" y="43364"/>
                  <a:pt x="2423710" y="0"/>
                </a:cubicBezTo>
                <a:cubicBezTo>
                  <a:pt x="2665880" y="-43364"/>
                  <a:pt x="2740904" y="59648"/>
                  <a:pt x="2939031" y="0"/>
                </a:cubicBezTo>
                <a:cubicBezTo>
                  <a:pt x="3137158" y="-59648"/>
                  <a:pt x="3362322" y="45581"/>
                  <a:pt x="3556284" y="0"/>
                </a:cubicBezTo>
                <a:cubicBezTo>
                  <a:pt x="3750246" y="-45581"/>
                  <a:pt x="3902491" y="50079"/>
                  <a:pt x="4020640" y="0"/>
                </a:cubicBezTo>
                <a:cubicBezTo>
                  <a:pt x="4138789" y="-50079"/>
                  <a:pt x="4811093" y="69655"/>
                  <a:pt x="5096586" y="0"/>
                </a:cubicBezTo>
                <a:cubicBezTo>
                  <a:pt x="5097459" y="222309"/>
                  <a:pt x="5056970" y="315933"/>
                  <a:pt x="5096586" y="453938"/>
                </a:cubicBezTo>
                <a:cubicBezTo>
                  <a:pt x="5136202" y="591943"/>
                  <a:pt x="5084202" y="689868"/>
                  <a:pt x="5096586" y="843860"/>
                </a:cubicBezTo>
                <a:cubicBezTo>
                  <a:pt x="5108970" y="997852"/>
                  <a:pt x="5056758" y="1139181"/>
                  <a:pt x="5096586" y="1233781"/>
                </a:cubicBezTo>
                <a:cubicBezTo>
                  <a:pt x="5136414" y="1328381"/>
                  <a:pt x="5048665" y="1674405"/>
                  <a:pt x="5096586" y="1943787"/>
                </a:cubicBezTo>
                <a:cubicBezTo>
                  <a:pt x="5144507" y="2213169"/>
                  <a:pt x="5063319" y="2307112"/>
                  <a:pt x="5096586" y="2589776"/>
                </a:cubicBezTo>
                <a:cubicBezTo>
                  <a:pt x="5129853" y="2872440"/>
                  <a:pt x="5025680" y="3101689"/>
                  <a:pt x="5096586" y="3235765"/>
                </a:cubicBezTo>
                <a:cubicBezTo>
                  <a:pt x="5167492" y="3369841"/>
                  <a:pt x="5087772" y="3457470"/>
                  <a:pt x="5096586" y="3625686"/>
                </a:cubicBezTo>
                <a:cubicBezTo>
                  <a:pt x="5105400" y="3793902"/>
                  <a:pt x="5065071" y="3873103"/>
                  <a:pt x="5096586" y="4015607"/>
                </a:cubicBezTo>
                <a:cubicBezTo>
                  <a:pt x="5128101" y="4158111"/>
                  <a:pt x="5089324" y="4383922"/>
                  <a:pt x="5096586" y="4597580"/>
                </a:cubicBezTo>
                <a:cubicBezTo>
                  <a:pt x="5103848" y="4811238"/>
                  <a:pt x="5034418" y="4991563"/>
                  <a:pt x="5096586" y="5243569"/>
                </a:cubicBezTo>
                <a:cubicBezTo>
                  <a:pt x="5158754" y="5495575"/>
                  <a:pt x="4980241" y="6077046"/>
                  <a:pt x="5096586" y="6401693"/>
                </a:cubicBezTo>
                <a:cubicBezTo>
                  <a:pt x="4879717" y="6418019"/>
                  <a:pt x="4792185" y="6387560"/>
                  <a:pt x="4632230" y="6401693"/>
                </a:cubicBezTo>
                <a:cubicBezTo>
                  <a:pt x="4472275" y="6415826"/>
                  <a:pt x="4260167" y="6369718"/>
                  <a:pt x="4116909" y="6401693"/>
                </a:cubicBezTo>
                <a:cubicBezTo>
                  <a:pt x="3973651" y="6433668"/>
                  <a:pt x="3735581" y="6362732"/>
                  <a:pt x="3448690" y="6401693"/>
                </a:cubicBezTo>
                <a:cubicBezTo>
                  <a:pt x="3161799" y="6440654"/>
                  <a:pt x="3176023" y="6383418"/>
                  <a:pt x="2933368" y="6401693"/>
                </a:cubicBezTo>
                <a:cubicBezTo>
                  <a:pt x="2690713" y="6419968"/>
                  <a:pt x="2507736" y="6379680"/>
                  <a:pt x="2316115" y="6401693"/>
                </a:cubicBezTo>
                <a:cubicBezTo>
                  <a:pt x="2124494" y="6423706"/>
                  <a:pt x="2070485" y="6360754"/>
                  <a:pt x="1902725" y="6401693"/>
                </a:cubicBezTo>
                <a:cubicBezTo>
                  <a:pt x="1734965" y="6442632"/>
                  <a:pt x="1543582" y="6382521"/>
                  <a:pt x="1387404" y="6401693"/>
                </a:cubicBezTo>
                <a:cubicBezTo>
                  <a:pt x="1231226" y="6420865"/>
                  <a:pt x="1127360" y="6390780"/>
                  <a:pt x="974014" y="6401693"/>
                </a:cubicBezTo>
                <a:cubicBezTo>
                  <a:pt x="820668" y="6412606"/>
                  <a:pt x="417433" y="6364269"/>
                  <a:pt x="0" y="6401693"/>
                </a:cubicBezTo>
                <a:cubicBezTo>
                  <a:pt x="-9525" y="6256851"/>
                  <a:pt x="39238" y="6008659"/>
                  <a:pt x="0" y="5819721"/>
                </a:cubicBezTo>
                <a:cubicBezTo>
                  <a:pt x="-39238" y="5630783"/>
                  <a:pt x="19955" y="5534150"/>
                  <a:pt x="0" y="5301766"/>
                </a:cubicBezTo>
                <a:cubicBezTo>
                  <a:pt x="-19955" y="5069383"/>
                  <a:pt x="21335" y="4940232"/>
                  <a:pt x="0" y="4591760"/>
                </a:cubicBezTo>
                <a:cubicBezTo>
                  <a:pt x="-21335" y="4243288"/>
                  <a:pt x="33259" y="4115327"/>
                  <a:pt x="0" y="3945771"/>
                </a:cubicBezTo>
                <a:cubicBezTo>
                  <a:pt x="-33259" y="3776215"/>
                  <a:pt x="27447" y="3674201"/>
                  <a:pt x="0" y="3427816"/>
                </a:cubicBezTo>
                <a:cubicBezTo>
                  <a:pt x="-27447" y="3181431"/>
                  <a:pt x="53019" y="3093765"/>
                  <a:pt x="0" y="2781827"/>
                </a:cubicBezTo>
                <a:cubicBezTo>
                  <a:pt x="-53019" y="2469889"/>
                  <a:pt x="26085" y="2293865"/>
                  <a:pt x="0" y="2071821"/>
                </a:cubicBezTo>
                <a:cubicBezTo>
                  <a:pt x="-26085" y="1849777"/>
                  <a:pt x="64843" y="1565606"/>
                  <a:pt x="0" y="1425832"/>
                </a:cubicBezTo>
                <a:cubicBezTo>
                  <a:pt x="-64843" y="1286058"/>
                  <a:pt x="14494" y="973638"/>
                  <a:pt x="0" y="779843"/>
                </a:cubicBezTo>
                <a:cubicBezTo>
                  <a:pt x="-14494" y="586048"/>
                  <a:pt x="82237" y="331121"/>
                  <a:pt x="0" y="0"/>
                </a:cubicBezTo>
                <a:close/>
              </a:path>
              <a:path w="5096586" h="6401693" stroke="0" extrusionOk="0">
                <a:moveTo>
                  <a:pt x="0" y="0"/>
                </a:moveTo>
                <a:cubicBezTo>
                  <a:pt x="147308" y="-36858"/>
                  <a:pt x="397967" y="37835"/>
                  <a:pt x="515321" y="0"/>
                </a:cubicBezTo>
                <a:cubicBezTo>
                  <a:pt x="632675" y="-37835"/>
                  <a:pt x="893515" y="55716"/>
                  <a:pt x="1030643" y="0"/>
                </a:cubicBezTo>
                <a:cubicBezTo>
                  <a:pt x="1167771" y="-55716"/>
                  <a:pt x="1477916" y="19956"/>
                  <a:pt x="1698862" y="0"/>
                </a:cubicBezTo>
                <a:cubicBezTo>
                  <a:pt x="1919808" y="-19956"/>
                  <a:pt x="2024509" y="20607"/>
                  <a:pt x="2316115" y="0"/>
                </a:cubicBezTo>
                <a:cubicBezTo>
                  <a:pt x="2607721" y="-20607"/>
                  <a:pt x="2654947" y="44949"/>
                  <a:pt x="2933368" y="0"/>
                </a:cubicBezTo>
                <a:cubicBezTo>
                  <a:pt x="3211789" y="-44949"/>
                  <a:pt x="3379747" y="66403"/>
                  <a:pt x="3499656" y="0"/>
                </a:cubicBezTo>
                <a:cubicBezTo>
                  <a:pt x="3619565" y="-66403"/>
                  <a:pt x="3794462" y="6286"/>
                  <a:pt x="4065943" y="0"/>
                </a:cubicBezTo>
                <a:cubicBezTo>
                  <a:pt x="4337424" y="-6286"/>
                  <a:pt x="4617255" y="90077"/>
                  <a:pt x="5096586" y="0"/>
                </a:cubicBezTo>
                <a:cubicBezTo>
                  <a:pt x="5112769" y="250125"/>
                  <a:pt x="5056192" y="359572"/>
                  <a:pt x="5096586" y="581972"/>
                </a:cubicBezTo>
                <a:cubicBezTo>
                  <a:pt x="5136980" y="804372"/>
                  <a:pt x="5073809" y="824536"/>
                  <a:pt x="5096586" y="971893"/>
                </a:cubicBezTo>
                <a:cubicBezTo>
                  <a:pt x="5119363" y="1119250"/>
                  <a:pt x="5082143" y="1336201"/>
                  <a:pt x="5096586" y="1553865"/>
                </a:cubicBezTo>
                <a:cubicBezTo>
                  <a:pt x="5111029" y="1771529"/>
                  <a:pt x="5079590" y="1837951"/>
                  <a:pt x="5096586" y="1943787"/>
                </a:cubicBezTo>
                <a:cubicBezTo>
                  <a:pt x="5113582" y="2049623"/>
                  <a:pt x="5085569" y="2303061"/>
                  <a:pt x="5096586" y="2397725"/>
                </a:cubicBezTo>
                <a:cubicBezTo>
                  <a:pt x="5107603" y="2492389"/>
                  <a:pt x="5032711" y="2815361"/>
                  <a:pt x="5096586" y="2979697"/>
                </a:cubicBezTo>
                <a:cubicBezTo>
                  <a:pt x="5160461" y="3144033"/>
                  <a:pt x="5082342" y="3377826"/>
                  <a:pt x="5096586" y="3689703"/>
                </a:cubicBezTo>
                <a:cubicBezTo>
                  <a:pt x="5110830" y="4001580"/>
                  <a:pt x="5063434" y="4125846"/>
                  <a:pt x="5096586" y="4271675"/>
                </a:cubicBezTo>
                <a:cubicBezTo>
                  <a:pt x="5129738" y="4417504"/>
                  <a:pt x="5075452" y="4506593"/>
                  <a:pt x="5096586" y="4725613"/>
                </a:cubicBezTo>
                <a:cubicBezTo>
                  <a:pt x="5117720" y="4944633"/>
                  <a:pt x="5059878" y="4954966"/>
                  <a:pt x="5096586" y="5115535"/>
                </a:cubicBezTo>
                <a:cubicBezTo>
                  <a:pt x="5133294" y="5276104"/>
                  <a:pt x="5068263" y="5402262"/>
                  <a:pt x="5096586" y="5633490"/>
                </a:cubicBezTo>
                <a:cubicBezTo>
                  <a:pt x="5124909" y="5864718"/>
                  <a:pt x="5056525" y="6152187"/>
                  <a:pt x="5096586" y="6401693"/>
                </a:cubicBezTo>
                <a:cubicBezTo>
                  <a:pt x="4932174" y="6414784"/>
                  <a:pt x="4789943" y="6353856"/>
                  <a:pt x="4632230" y="6401693"/>
                </a:cubicBezTo>
                <a:cubicBezTo>
                  <a:pt x="4474517" y="6449530"/>
                  <a:pt x="4345881" y="6390597"/>
                  <a:pt x="4116909" y="6401693"/>
                </a:cubicBezTo>
                <a:cubicBezTo>
                  <a:pt x="3887937" y="6412789"/>
                  <a:pt x="3891410" y="6366834"/>
                  <a:pt x="3703519" y="6401693"/>
                </a:cubicBezTo>
                <a:cubicBezTo>
                  <a:pt x="3515628" y="6436552"/>
                  <a:pt x="3302874" y="6393465"/>
                  <a:pt x="3035300" y="6401693"/>
                </a:cubicBezTo>
                <a:cubicBezTo>
                  <a:pt x="2767726" y="6409921"/>
                  <a:pt x="2762097" y="6394114"/>
                  <a:pt x="2519979" y="6401693"/>
                </a:cubicBezTo>
                <a:cubicBezTo>
                  <a:pt x="2277861" y="6409272"/>
                  <a:pt x="2210027" y="6349883"/>
                  <a:pt x="2004657" y="6401693"/>
                </a:cubicBezTo>
                <a:cubicBezTo>
                  <a:pt x="1799287" y="6453503"/>
                  <a:pt x="1765751" y="6357084"/>
                  <a:pt x="1591267" y="6401693"/>
                </a:cubicBezTo>
                <a:cubicBezTo>
                  <a:pt x="1416783" y="6446302"/>
                  <a:pt x="1276910" y="6386382"/>
                  <a:pt x="1126912" y="6401693"/>
                </a:cubicBezTo>
                <a:cubicBezTo>
                  <a:pt x="976914" y="6417004"/>
                  <a:pt x="266135" y="6288848"/>
                  <a:pt x="0" y="6401693"/>
                </a:cubicBezTo>
                <a:cubicBezTo>
                  <a:pt x="-26810" y="6218169"/>
                  <a:pt x="42168" y="6199506"/>
                  <a:pt x="0" y="6011772"/>
                </a:cubicBezTo>
                <a:cubicBezTo>
                  <a:pt x="-42168" y="5824038"/>
                  <a:pt x="45820" y="5681667"/>
                  <a:pt x="0" y="5429800"/>
                </a:cubicBezTo>
                <a:cubicBezTo>
                  <a:pt x="-45820" y="5177933"/>
                  <a:pt x="4137" y="5025211"/>
                  <a:pt x="0" y="4847828"/>
                </a:cubicBezTo>
                <a:cubicBezTo>
                  <a:pt x="-4137" y="4670445"/>
                  <a:pt x="5746" y="4605432"/>
                  <a:pt x="0" y="4457906"/>
                </a:cubicBezTo>
                <a:cubicBezTo>
                  <a:pt x="-5746" y="4310380"/>
                  <a:pt x="28542" y="4202076"/>
                  <a:pt x="0" y="4003968"/>
                </a:cubicBezTo>
                <a:cubicBezTo>
                  <a:pt x="-28542" y="3805860"/>
                  <a:pt x="7319" y="3738756"/>
                  <a:pt x="0" y="3550030"/>
                </a:cubicBezTo>
                <a:cubicBezTo>
                  <a:pt x="-7319" y="3361304"/>
                  <a:pt x="23833" y="3198177"/>
                  <a:pt x="0" y="3032075"/>
                </a:cubicBezTo>
                <a:cubicBezTo>
                  <a:pt x="-23833" y="2865973"/>
                  <a:pt x="19621" y="2733941"/>
                  <a:pt x="0" y="2642153"/>
                </a:cubicBezTo>
                <a:cubicBezTo>
                  <a:pt x="-19621" y="2550365"/>
                  <a:pt x="35983" y="2365677"/>
                  <a:pt x="0" y="2252232"/>
                </a:cubicBezTo>
                <a:cubicBezTo>
                  <a:pt x="-35983" y="2138787"/>
                  <a:pt x="37937" y="2002512"/>
                  <a:pt x="0" y="1798294"/>
                </a:cubicBezTo>
                <a:cubicBezTo>
                  <a:pt x="-37937" y="1594076"/>
                  <a:pt x="44963" y="1247597"/>
                  <a:pt x="0" y="1088288"/>
                </a:cubicBezTo>
                <a:cubicBezTo>
                  <a:pt x="-44963" y="928979"/>
                  <a:pt x="7457" y="703182"/>
                  <a:pt x="0" y="506316"/>
                </a:cubicBezTo>
                <a:cubicBezTo>
                  <a:pt x="-7457" y="309450"/>
                  <a:pt x="3212" y="20949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656145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293953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9B6EADE4-3831-0B98-38E3-A5ED05FAC01F}"/>
              </a:ext>
            </a:extLst>
          </p:cNvPr>
          <p:cNvSpPr/>
          <p:nvPr/>
        </p:nvSpPr>
        <p:spPr>
          <a:xfrm>
            <a:off x="4724400" y="3677920"/>
            <a:ext cx="4094480" cy="153416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A2B51A0-ECBA-118F-985B-5803EBE3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84208"/>
            <a:ext cx="5475289" cy="1847793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A gyorsrendezés (quicksort) m</a:t>
            </a:r>
            <a:r>
              <a:rPr lang="hu-HU" b="1" dirty="0">
                <a:solidFill>
                  <a:srgbClr val="C00000"/>
                </a:solidFill>
              </a:rPr>
              <a:t>ű</a:t>
            </a:r>
            <a:r>
              <a:rPr lang="fr-FR" b="1" dirty="0">
                <a:solidFill>
                  <a:srgbClr val="C00000"/>
                </a:solidFill>
              </a:rPr>
              <a:t>veletigénye</a:t>
            </a:r>
            <a:endParaRPr lang="hu-HU" b="1" dirty="0">
              <a:solidFill>
                <a:srgbClr val="C00000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C92DC5-D333-75DA-2A42-8AAB91885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33600"/>
            <a:ext cx="10018713" cy="4287520"/>
          </a:xfrm>
        </p:spPr>
        <p:txBody>
          <a:bodyPr>
            <a:normAutofit/>
          </a:bodyPr>
          <a:lstStyle/>
          <a:p>
            <a:r>
              <a:rPr lang="hu-HU" sz="2200" b="0" i="0" u="none" strike="noStrike" baseline="0" dirty="0"/>
              <a:t>A fenti szétvágás (</a:t>
            </a:r>
            <a:r>
              <a:rPr lang="hu-HU" sz="2200" b="0" i="0" u="none" strike="noStrike" baseline="0" dirty="0" err="1"/>
              <a:t>partition</a:t>
            </a:r>
            <a:r>
              <a:rPr lang="hu-HU" sz="2200" b="0" i="0" u="none" strike="noStrike" baseline="0" dirty="0"/>
              <a:t>) műveletigénye lineáris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1800" b="0" i="0" u="none" strike="noStrike" baseline="0" dirty="0"/>
              <a:t>a két ciklus együtt </a:t>
            </a:r>
            <a:r>
              <a:rPr lang="hu-HU" sz="1800" b="0" i="1" u="none" strike="noStrike" baseline="0" dirty="0"/>
              <a:t>r</a:t>
            </a:r>
            <a:r>
              <a:rPr lang="hu-HU" sz="1800" b="0" i="0" u="none" strike="noStrike" baseline="0" dirty="0"/>
              <a:t> −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− 1 vagy </a:t>
            </a:r>
            <a:r>
              <a:rPr lang="hu-HU" sz="1800" b="0" i="1" u="none" strike="noStrike" baseline="0" dirty="0"/>
              <a:t>r</a:t>
            </a:r>
            <a:r>
              <a:rPr lang="hu-HU" sz="1800" b="0" i="0" u="none" strike="noStrike" baseline="0" dirty="0"/>
              <a:t> −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iterációt végez</a:t>
            </a:r>
          </a:p>
          <a:p>
            <a:r>
              <a:rPr lang="hu-HU" sz="2200" b="0" i="0" u="none" strike="noStrike" baseline="0" dirty="0"/>
              <a:t>Műveletigény:</a:t>
            </a:r>
            <a:br>
              <a:rPr lang="hu-HU" sz="2200" b="0" i="0" u="none" strike="noStrike" baseline="0" dirty="0"/>
            </a:br>
            <a:endParaRPr lang="hu-HU" sz="2200" b="0" i="0" u="none" strike="noStrike" baseline="0" dirty="0"/>
          </a:p>
          <a:p>
            <a:pPr marL="457200" lvl="1" indent="0" algn="ctr">
              <a:buNone/>
            </a:pPr>
            <a:r>
              <a:rPr lang="pt-BR" sz="1800" b="1" i="1" u="none" strike="noStrike" baseline="0" dirty="0"/>
              <a:t>mT(n), AT(n) </a:t>
            </a:r>
            <a:r>
              <a:rPr lang="pt-BR" sz="1800" b="1" u="none" strike="noStrike" baseline="0" dirty="0"/>
              <a:t>∈</a:t>
            </a:r>
            <a:r>
              <a:rPr lang="pt-BR" sz="1800" b="1" i="1" u="none" strike="noStrike" baseline="0" dirty="0"/>
              <a:t> Θ(n log n)</a:t>
            </a:r>
          </a:p>
          <a:p>
            <a:pPr marL="457200" lvl="1" indent="0" algn="ctr">
              <a:buNone/>
            </a:pPr>
            <a:r>
              <a:rPr lang="hu-HU" sz="1800" b="1" i="1" u="none" strike="noStrike" baseline="0" dirty="0"/>
              <a:t>MT(n) </a:t>
            </a:r>
            <a:r>
              <a:rPr lang="hu-HU" sz="1800" b="1" u="none" strike="noStrike" baseline="0" dirty="0"/>
              <a:t>∈</a:t>
            </a:r>
            <a:r>
              <a:rPr lang="hu-HU" sz="1800" b="1" i="1" u="none" strike="noStrike" baseline="0" dirty="0"/>
              <a:t> </a:t>
            </a:r>
            <a:r>
              <a:rPr lang="el-GR" sz="1800" b="1" i="1" u="none" strike="noStrike" baseline="0" dirty="0"/>
              <a:t>Θ(</a:t>
            </a:r>
            <a:r>
              <a:rPr lang="hu-HU" sz="1800" b="1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sz="1800" b="1" i="1" baseline="30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hu-HU" sz="1800" b="1" i="1" u="none" strike="noStrike" baseline="0" dirty="0"/>
              <a:t>)</a:t>
            </a:r>
            <a:br>
              <a:rPr lang="hu-HU" sz="1800" b="1" i="1" u="none" strike="noStrike" baseline="0" dirty="0"/>
            </a:br>
            <a:endParaRPr lang="hu-HU" sz="1800" b="1" i="1" dirty="0"/>
          </a:p>
          <a:p>
            <a:pPr lvl="1"/>
            <a:r>
              <a:rPr lang="hu-HU" sz="1800" b="0" i="0" u="none" strike="noStrike" baseline="0" dirty="0"/>
              <a:t>A várható vagy átlagos műveletigény aszimptotikusan </a:t>
            </a:r>
            <a:br>
              <a:rPr lang="hu-HU" sz="1800" b="0" i="0" u="none" strike="noStrike" baseline="0" dirty="0"/>
            </a:br>
            <a:r>
              <a:rPr lang="hu-HU" sz="1800" b="0" i="0" u="none" strike="noStrike" baseline="0" dirty="0"/>
              <a:t>a legjobb esethez esik közel</a:t>
            </a:r>
          </a:p>
          <a:p>
            <a:pPr lvl="1"/>
            <a:r>
              <a:rPr lang="hu-HU" sz="1800" b="0" i="0" u="none" strike="noStrike" baseline="0" dirty="0"/>
              <a:t>A legrosszabb eset valószínűsége nagyon kicsi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9932C25-FDC6-4E6D-2DB8-76497B87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960" y="1"/>
            <a:ext cx="4124010" cy="173145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F28E0C1-FDBB-1C1E-C2FF-68834FACD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170" y="1800522"/>
            <a:ext cx="3882800" cy="183455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BF16BF51-D27D-F1A2-F735-A893DF8B1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70" y="4949659"/>
            <a:ext cx="3882800" cy="180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56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15364" y="214204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661756" y="2142244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834287" y="214204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625DFAF3-D6F5-45F7-8141-8C86FF1E3629}"/>
              </a:ext>
            </a:extLst>
          </p:cNvPr>
          <p:cNvSpPr txBox="1"/>
          <p:nvPr/>
        </p:nvSpPr>
        <p:spPr>
          <a:xfrm>
            <a:off x="6373092" y="183094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50 &lt; 52 ? YES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2C3234D3-25AC-47AF-8B63-E20DFD792064}"/>
              </a:ext>
            </a:extLst>
          </p:cNvPr>
          <p:cNvSpPr txBox="1"/>
          <p:nvPr/>
        </p:nvSpPr>
        <p:spPr>
          <a:xfrm>
            <a:off x="661756" y="1503510"/>
            <a:ext cx="2219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AFFCF6C-A806-45CF-82B2-B0422CFE6FB4}"/>
              </a:ext>
            </a:extLst>
          </p:cNvPr>
          <p:cNvSpPr txBox="1"/>
          <p:nvPr/>
        </p:nvSpPr>
        <p:spPr>
          <a:xfrm>
            <a:off x="10676023" y="1589068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B833A544-7A73-6393-FD72-AD5154D9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 fontScale="90000"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dirty="0">
                <a:solidFill>
                  <a:srgbClr val="2D3B45"/>
                </a:solidFill>
                <a:latin typeface="+mn-lt"/>
              </a:rPr>
              <a:t>most</a:t>
            </a:r>
            <a:r>
              <a:rPr lang="hu-HU" dirty="0"/>
              <a:t> 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7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3 0 L 0.02343 0.03981 C 0.02877 0.04884 0.03671 0.05394 0.04518 0.05394 C 0.05481 0.05394 0.06237 0.04884 0.06757 0.03981 L 0.09336 0 " pathEditMode="relative" rAng="0" ptsTypes="AAAAA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268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85185E-6 L -0.02656 -0.03889 C -0.03216 -0.04746 -0.04024 -0.05209 -0.0487 -0.05209 C -0.0586 -0.05209 -0.06615 -0.04746 -0.07175 -0.03889 L -0.09727 1.85185E-6 " pathEditMode="relative" rAng="0" ptsTypes="AAAAA">
                                      <p:cBhvr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0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81481E-6 L 0.0987 0.0020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-9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7 0.00208 L 0.09492 0.0046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23" grpId="0" animBg="1"/>
      <p:bldP spid="23" grpId="1" animBg="1"/>
      <p:bldP spid="24" grpId="0" animBg="1"/>
      <p:bldP spid="24" grpId="1" animBg="1"/>
      <p:bldP spid="25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1755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834287" y="226967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2998069" y="226967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B3F4967-EBA3-40BC-8520-A312F773BF4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D36B1366-5D82-42F0-93A7-AC21EDB2F333}"/>
              </a:ext>
            </a:extLst>
          </p:cNvPr>
          <p:cNvSpPr txBox="1"/>
          <p:nvPr/>
        </p:nvSpPr>
        <p:spPr>
          <a:xfrm>
            <a:off x="6373092" y="1662744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25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F2A87024-7F7E-47F5-8D9A-966D447AD58D}"/>
              </a:ext>
            </a:extLst>
          </p:cNvPr>
          <p:cNvSpPr txBox="1"/>
          <p:nvPr/>
        </p:nvSpPr>
        <p:spPr>
          <a:xfrm>
            <a:off x="10757303" y="146329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A6EC1196-A6F3-734A-8B0D-E61A5C55A386}"/>
              </a:ext>
            </a:extLst>
          </p:cNvPr>
          <p:cNvSpPr txBox="1">
            <a:spLocks/>
          </p:cNvSpPr>
          <p:nvPr/>
        </p:nvSpPr>
        <p:spPr>
          <a:xfrm>
            <a:off x="578631" y="167256"/>
            <a:ext cx="10875818" cy="143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/>
              <a:t>A gyorsrendezés lejátszása:*</a:t>
            </a:r>
            <a:br>
              <a:rPr lang="hu-HU"/>
            </a:br>
            <a:r>
              <a:rPr lang="hu-HU" sz="2200">
                <a:solidFill>
                  <a:srgbClr val="2D3B45"/>
                </a:solidFill>
                <a:latin typeface="+mn-lt"/>
              </a:rPr>
              <a:t>most</a:t>
            </a:r>
            <a:r>
              <a:rPr lang="hu-HU"/>
              <a:t> </a:t>
            </a:r>
            <a:r>
              <a:rPr lang="hu-HU" sz="2200">
                <a:solidFill>
                  <a:srgbClr val="2D3B45"/>
                </a:solidFill>
                <a:latin typeface="+mn-lt"/>
              </a:rPr>
              <a:t>a particionálás minden esetben az aktuális résztömb </a:t>
            </a:r>
            <a:r>
              <a:rPr lang="hu-HU" sz="2200" b="1">
                <a:solidFill>
                  <a:srgbClr val="2D3B45"/>
                </a:solidFill>
                <a:latin typeface="+mn-lt"/>
              </a:rPr>
              <a:t>utolsó</a:t>
            </a:r>
            <a:r>
              <a:rPr lang="hu-HU" sz="2200">
                <a:solidFill>
                  <a:srgbClr val="2D3B45"/>
                </a:solidFill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970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 L 0.02709 0.03981 C 0.03242 0.04884 0.04037 0.05394 0.0487 0.05394 C 0.05834 0.05394 0.06589 0.04884 0.07123 0.03981 L 0.09714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69 0 L -0.02396 -0.04375 C -0.0293 -0.05347 -0.03724 -0.05856 -0.04571 -0.05856 C -0.05521 -0.05856 -0.06276 -0.05347 -0.06797 -0.04375 L -0.09297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09661 0.0034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31" y="16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4.81481E-6 L 0.09545 4.81481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3" grpId="0" animBg="1"/>
      <p:bldP spid="24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1279" y="215602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991304" y="219776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161851" y="219776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09877561-ED94-4937-B0A3-000006464796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0E3B23B7-3032-4BD4-BC88-CA698EA5765E}"/>
              </a:ext>
            </a:extLst>
          </p:cNvPr>
          <p:cNvSpPr txBox="1"/>
          <p:nvPr/>
        </p:nvSpPr>
        <p:spPr>
          <a:xfrm>
            <a:off x="6373092" y="1704340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32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F9F61A0-7A34-41A8-BAF8-A5DA8B4D27DF}"/>
              </a:ext>
            </a:extLst>
          </p:cNvPr>
          <p:cNvSpPr txBox="1"/>
          <p:nvPr/>
        </p:nvSpPr>
        <p:spPr>
          <a:xfrm>
            <a:off x="10706503" y="1596553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62065DB8-E6C6-3BD8-C0E9-2764CA41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 fontScale="90000"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dirty="0">
                <a:solidFill>
                  <a:srgbClr val="2D3B45"/>
                </a:solidFill>
                <a:latin typeface="+mn-lt"/>
              </a:rPr>
              <a:t>most</a:t>
            </a:r>
            <a:r>
              <a:rPr lang="hu-HU" dirty="0"/>
              <a:t> 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0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02513 0.04005 C 0.03034 0.04907 0.03841 0.05394 0.04675 0.05394 C 0.05612 0.05394 0.0638 0.04907 0.06901 0.04005 L 0.09453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 L -0.02669 -0.04005 C -0.0319 -0.04907 -0.03984 -0.05394 -0.04818 -0.05394 C -0.05768 -0.05394 -0.06536 -0.04907 -0.07057 -0.04005 L -0.09596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3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96296E-6 L 0.09375 -0.0039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20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9388 2.96296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3" grpId="0" animBg="1"/>
      <p:bldP spid="24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61851" y="219174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325633" y="219174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43B4E83C-6CB4-4B6B-A592-2E3084CCCCF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2AEF4F5-3B16-49E0-8FFC-A624A8F47BDE}"/>
              </a:ext>
            </a:extLst>
          </p:cNvPr>
          <p:cNvSpPr txBox="1"/>
          <p:nvPr/>
        </p:nvSpPr>
        <p:spPr>
          <a:xfrm>
            <a:off x="6373092" y="161489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80 &lt; 52 ? NO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5CC9F8E-2E03-4311-A702-55DA9BB818FD}"/>
              </a:ext>
            </a:extLst>
          </p:cNvPr>
          <p:cNvSpPr txBox="1"/>
          <p:nvPr/>
        </p:nvSpPr>
        <p:spPr>
          <a:xfrm>
            <a:off x="10747143" y="1551359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2A685E-3BBB-E9F4-E109-ABD2A4C9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230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59259E-6 L 0.09558 -2.59259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9002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74976" y="219776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6521116" y="219776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128690C3-8F8D-4530-8363-0A0A2F7D2807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CAC7714-CA4D-47C9-9161-CD38820E9B19}"/>
              </a:ext>
            </a:extLst>
          </p:cNvPr>
          <p:cNvSpPr txBox="1"/>
          <p:nvPr/>
        </p:nvSpPr>
        <p:spPr>
          <a:xfrm>
            <a:off x="6373092" y="152840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66 &lt; 52 ? NO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CF6EB77-2558-4651-A7A0-F7681C75C54E}"/>
              </a:ext>
            </a:extLst>
          </p:cNvPr>
          <p:cNvSpPr txBox="1"/>
          <p:nvPr/>
        </p:nvSpPr>
        <p:spPr>
          <a:xfrm>
            <a:off x="10757303" y="157200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337A59-5068-6B29-1C50-486C7932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0" y="167256"/>
            <a:ext cx="11613369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572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09297 0.002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21782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4174976" y="226566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7644100" y="2265668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1CDC985B-AD61-4678-842A-527861A67068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5838952-E8ED-490B-AB1E-BC4438DB0390}"/>
              </a:ext>
            </a:extLst>
          </p:cNvPr>
          <p:cNvSpPr txBox="1"/>
          <p:nvPr/>
        </p:nvSpPr>
        <p:spPr>
          <a:xfrm>
            <a:off x="6373092" y="162346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1A49281-715D-4CD5-878F-8254C2F0065A}"/>
              </a:ext>
            </a:extLst>
          </p:cNvPr>
          <p:cNvSpPr txBox="1"/>
          <p:nvPr/>
        </p:nvSpPr>
        <p:spPr>
          <a:xfrm>
            <a:off x="10676022" y="159476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0D8E4E2B-E569-09A3-BF6B-E116EBC8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7256"/>
            <a:ext cx="11603936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500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 L 0.07747 0.04005 C 0.09349 0.04907 0.11745 0.05394 0.14284 0.05394 C 0.17161 0.05394 0.19453 0.04907 0.21055 0.04005 L 0.28763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49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2446E-16 2.96296E-6 L -0.07682 -0.04028 C -0.09271 -0.04931 -0.1168 -0.05394 -0.1418 -0.05394 C -0.17044 -0.05394 -0.19336 -0.04931 -0.20924 -0.04028 L -0.28581 2.96296E-6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97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09609 -0.0041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5" y="-20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0.09427 -0.00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1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23" grpId="0" animBg="1"/>
      <p:bldP spid="24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44543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325633" y="224187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8816979" y="2191749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9C24DC3-CF73-4B09-870D-5254686CED0D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4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9AAB5F53-C0D1-4403-AEF4-D5B063AE04E8}"/>
              </a:ext>
            </a:extLst>
          </p:cNvPr>
          <p:cNvSpPr txBox="1"/>
          <p:nvPr/>
        </p:nvSpPr>
        <p:spPr>
          <a:xfrm>
            <a:off x="6373092" y="158836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7A7A434D-1BF6-4C01-BAFF-F4FD4C9C5C3F}"/>
              </a:ext>
            </a:extLst>
          </p:cNvPr>
          <p:cNvSpPr txBox="1"/>
          <p:nvPr/>
        </p:nvSpPr>
        <p:spPr>
          <a:xfrm>
            <a:off x="10676022" y="1403695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59BC0E-AC80-8B1F-7734-2598A925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0" y="167256"/>
            <a:ext cx="11938489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482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1 0 L 0.08112 0.03981 C 0.09726 0.04884 0.12135 0.05394 0.14648 0.05394 C 0.175 0.05394 0.19778 0.04884 0.21406 0.03981 L 0.29114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10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47 -1.11111E-6 L -0.07174 -0.03912 C -0.08789 -0.04792 -0.11172 -0.05255 -0.13711 -0.05255 C -0.16588 -0.05255 -0.1888 -0.04792 -0.20494 -0.03912 L -0.28164 -1.11111E-6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62" y="-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59259E-6 L 0.09688 0.0067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32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48148E-6 L 0.09571 -0.0016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3" grpId="0" animBg="1"/>
      <p:bldP spid="24" grpId="0" animBg="1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35280" y="214557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6489415" y="224187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9980761" y="2145575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94DC56C-0A84-4046-8AC0-124F2EC95B71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5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F16AD6D-5B9C-4F46-9F86-464B6E9F107D}"/>
              </a:ext>
            </a:extLst>
          </p:cNvPr>
          <p:cNvSpPr txBox="1"/>
          <p:nvPr/>
        </p:nvSpPr>
        <p:spPr>
          <a:xfrm>
            <a:off x="6373092" y="159157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 &lt; 52 ? YES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323ECE03-A9D1-4DB4-A6F9-38598660BFAA}"/>
              </a:ext>
            </a:extLst>
          </p:cNvPr>
          <p:cNvSpPr txBox="1"/>
          <p:nvPr/>
        </p:nvSpPr>
        <p:spPr>
          <a:xfrm>
            <a:off x="9776936" y="1505323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62AA43-4762-F71F-DD7B-887D69B8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31" y="167256"/>
            <a:ext cx="1087581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626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 L 0.08255 0.04005 C 0.09843 0.04907 0.12252 0.05394 0.14778 0.05394 C 0.1763 0.05394 0.19935 0.04907 0.21523 0.04005 L 0.29232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98 0 L -0.0711 -0.04005 C -0.08711 -0.04907 -0.1112 -0.05394 -0.13646 -0.05394 C -0.16511 -0.05394 -0.18803 -0.04907 -0.20404 -0.04005 L -0.28086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49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48148E-6 L 0.09557 0.0011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4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0.09558 -0.1236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3" grpId="0" animBg="1"/>
      <p:bldP spid="24" grpId="0" animBg="1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54268" y="217626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7653197" y="2207232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1154268" y="137655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06F45E4-9455-4B53-B4FA-489F842B8CC3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6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C5DF9C1B-0617-4C02-95C4-2A1E4A809B39}"/>
              </a:ext>
            </a:extLst>
          </p:cNvPr>
          <p:cNvSpPr txBox="1"/>
          <p:nvPr/>
        </p:nvSpPr>
        <p:spPr>
          <a:xfrm>
            <a:off x="8855244" y="163160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E7006A3-5658-2EC6-442A-7D014648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4" y="164154"/>
            <a:ext cx="11392652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992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 L -0.07175 -0.04005 C -0.08776 -0.04907 -0.11172 -0.05394 -0.13685 -0.05394 C -0.16523 -0.05394 -0.18815 -0.04907 -0.20417 -0.04005 L -0.28047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71" y="-270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4 0 L 0.0819 0.04005 C 0.09779 0.04907 0.12175 0.05394 0.14688 0.05394 C 0.17552 0.05394 0.19844 0.04907 0.21432 0.04005 L 0.29115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027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709753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7325CDF1-731F-4ABC-BA0C-4596A9B53DB0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7323D7C-BD7A-406E-AA1A-7501B7E49925}"/>
              </a:ext>
            </a:extLst>
          </p:cNvPr>
          <p:cNvSpPr txBox="1"/>
          <p:nvPr/>
        </p:nvSpPr>
        <p:spPr>
          <a:xfrm>
            <a:off x="2666186" y="1595421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25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E3C9B183-1E14-475F-9244-06A59D90192E}"/>
              </a:ext>
            </a:extLst>
          </p:cNvPr>
          <p:cNvSpPr txBox="1"/>
          <p:nvPr/>
        </p:nvSpPr>
        <p:spPr>
          <a:xfrm>
            <a:off x="5509341" y="1595421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B4AEC9B9-4B8F-48FB-8A47-2F8C3CE6510A}"/>
              </a:ext>
            </a:extLst>
          </p:cNvPr>
          <p:cNvSpPr txBox="1"/>
          <p:nvPr/>
        </p:nvSpPr>
        <p:spPr>
          <a:xfrm>
            <a:off x="554182" y="1503510"/>
            <a:ext cx="20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BB892B9-924C-726E-B880-5DF48491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67256"/>
            <a:ext cx="1114964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035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33333E-6 L 0.0845 0.0002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9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2742292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703188"/>
            <a:ext cx="0" cy="3600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703188"/>
            <a:ext cx="0" cy="37628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A3CC4DFA-2579-4E9A-B6EA-4A9DACE260E6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717A108D-3936-4207-8780-FFEB6713B861}"/>
              </a:ext>
            </a:extLst>
          </p:cNvPr>
          <p:cNvSpPr txBox="1"/>
          <p:nvPr/>
        </p:nvSpPr>
        <p:spPr>
          <a:xfrm>
            <a:off x="2622379" y="133385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32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745D39BB-CB47-4EDC-9330-42E550C925C1}"/>
              </a:ext>
            </a:extLst>
          </p:cNvPr>
          <p:cNvSpPr txBox="1"/>
          <p:nvPr/>
        </p:nvSpPr>
        <p:spPr>
          <a:xfrm>
            <a:off x="5509341" y="1333856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5" name="Cím 1">
            <a:extLst>
              <a:ext uri="{FF2B5EF4-FFF2-40B4-BE49-F238E27FC236}">
                <a16:creationId xmlns:a16="http://schemas.microsoft.com/office/drawing/2014/main" id="{36FA57CD-3C2B-0D50-6AA9-CA14F550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5" y="167256"/>
            <a:ext cx="11317814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724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33333E-6 L 0.09545 0.0013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2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3820815" y="2171511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B28C34D6-3C15-4078-A8E9-05CE0914A53C}"/>
              </a:ext>
            </a:extLst>
          </p:cNvPr>
          <p:cNvCxnSpPr>
            <a:cxnSpLocks/>
          </p:cNvCxnSpPr>
          <p:nvPr/>
        </p:nvCxnSpPr>
        <p:spPr>
          <a:xfrm>
            <a:off x="8487507" y="1333856"/>
            <a:ext cx="0" cy="409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AFFE686B-6662-4691-BC69-A0E8BD5C5361}"/>
              </a:ext>
            </a:extLst>
          </p:cNvPr>
          <p:cNvCxnSpPr>
            <a:cxnSpLocks/>
          </p:cNvCxnSpPr>
          <p:nvPr/>
        </p:nvCxnSpPr>
        <p:spPr>
          <a:xfrm>
            <a:off x="6940061" y="1333856"/>
            <a:ext cx="0" cy="409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B11D95F4-F109-4208-80A7-DF3549CBA1B8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83B59871-6826-4205-BA8B-5163F537399E}"/>
              </a:ext>
            </a:extLst>
          </p:cNvPr>
          <p:cNvSpPr txBox="1"/>
          <p:nvPr/>
        </p:nvSpPr>
        <p:spPr>
          <a:xfrm>
            <a:off x="2188707" y="133385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FBF8876-8EA8-420F-9F4D-979EF05882A6}"/>
              </a:ext>
            </a:extLst>
          </p:cNvPr>
          <p:cNvSpPr txBox="1"/>
          <p:nvPr/>
        </p:nvSpPr>
        <p:spPr>
          <a:xfrm>
            <a:off x="5333444" y="1519570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86BBF521-44BE-E423-B972-4C9EBC50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46" y="167256"/>
            <a:ext cx="11307303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33333E-6 L 0.08893 0.0039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40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1" y="2156028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4899339" y="2137052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957FDEA-9BB2-4A41-9754-03613112ED02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487948D8-6531-4095-8725-608E4EDD8729}"/>
              </a:ext>
            </a:extLst>
          </p:cNvPr>
          <p:cNvSpPr txBox="1"/>
          <p:nvPr/>
        </p:nvSpPr>
        <p:spPr>
          <a:xfrm>
            <a:off x="2622379" y="1518522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28 &lt; 3 ? NO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C0CAD33-33EF-4120-B86F-EE56EDCF61C9}"/>
              </a:ext>
            </a:extLst>
          </p:cNvPr>
          <p:cNvSpPr txBox="1"/>
          <p:nvPr/>
        </p:nvSpPr>
        <p:spPr>
          <a:xfrm>
            <a:off x="4383422" y="1515272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C6E062-9EB6-E328-DE52-3B2710D6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4" y="167256"/>
            <a:ext cx="11076075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</a:t>
            </a:r>
            <a:r>
              <a:rPr lang="hu-HU" dirty="0" err="1"/>
              <a:t>lejátsása</a:t>
            </a:r>
            <a:r>
              <a:rPr lang="hu-HU" dirty="0"/>
              <a:t>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30A742C5-2687-ECE7-DA47-B70E5B810769}"/>
              </a:ext>
            </a:extLst>
          </p:cNvPr>
          <p:cNvCxnSpPr>
            <a:cxnSpLocks/>
          </p:cNvCxnSpPr>
          <p:nvPr/>
        </p:nvCxnSpPr>
        <p:spPr>
          <a:xfrm>
            <a:off x="8639907" y="17478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F532F492-692C-1B3C-79A9-6532B21F5038}"/>
              </a:ext>
            </a:extLst>
          </p:cNvPr>
          <p:cNvCxnSpPr>
            <a:cxnSpLocks/>
          </p:cNvCxnSpPr>
          <p:nvPr/>
        </p:nvCxnSpPr>
        <p:spPr>
          <a:xfrm>
            <a:off x="7092461" y="17478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6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09075 -0.1134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95643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034953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4089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977861" y="2149739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585246" y="2171511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977861" y="1326293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9F13B865-95A7-4294-865C-E51162E584E1}"/>
              </a:ext>
            </a:extLst>
          </p:cNvPr>
          <p:cNvSpPr txBox="1"/>
          <p:nvPr/>
        </p:nvSpPr>
        <p:spPr>
          <a:xfrm>
            <a:off x="554182" y="413535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0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BAFB9F4-3EEC-47B3-8060-D6D64597524F}"/>
              </a:ext>
            </a:extLst>
          </p:cNvPr>
          <p:cNvSpPr txBox="1"/>
          <p:nvPr/>
        </p:nvSpPr>
        <p:spPr>
          <a:xfrm>
            <a:off x="4676447" y="1418706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B5EEF469-574A-468F-8AC2-6A195349CC0F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61603872-EA29-B3A1-C1D3-53D11E5ECEBC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3B014BD4-9752-BDE1-9D0F-B6ABEA36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53" y="167256"/>
            <a:ext cx="11097096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455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11823 0.03981 C 0.14271 0.04884 0.17969 0.05394 0.21849 0.05394 C 0.26276 0.05394 0.29805 0.04884 0.32266 0.03981 L 0.44102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44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-0.11836 -0.04282 C -0.14297 -0.05231 -0.17995 -0.05741 -0.21862 -0.05741 C -0.26276 -0.05741 -0.29818 -0.05231 -0.32266 -0.04282 L -0.44089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44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37499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2032210" y="22263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D47693DF-837A-43F2-A468-FB6D5DF51FFC}"/>
              </a:ext>
            </a:extLst>
          </p:cNvPr>
          <p:cNvSpPr txBox="1"/>
          <p:nvPr/>
        </p:nvSpPr>
        <p:spPr>
          <a:xfrm>
            <a:off x="1763491" y="1341531"/>
            <a:ext cx="197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x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7D27D0D9-B2DF-B830-E2D1-4D7479989B89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0610CA08-BBE9-7302-A776-71B67150AC43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23ED8B7-90E9-D78E-376E-7945EA80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167256"/>
            <a:ext cx="11019020" cy="1160919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A6B72784-910A-69D2-1E30-0AA3968F0890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2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6 L 0.08945 0.0025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03591" y="2162204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CFD32A51-6B3E-4804-AC82-61BA018FB6CA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B043A6D0-BEE6-1B52-DC7D-D494ED3A0866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E44D7C83-1206-BB53-74D3-59A9692E15A6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A7E4CF9A-91E2-3BA4-EA55-A94D548B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4" y="167256"/>
            <a:ext cx="11180125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B2C4709D-CB08-C753-F596-B264348D663F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Nyíl: lefelé mutató 2">
            <a:extLst>
              <a:ext uri="{FF2B5EF4-FFF2-40B4-BE49-F238E27FC236}">
                <a16:creationId xmlns:a16="http://schemas.microsoft.com/office/drawing/2014/main" id="{FA5F90D8-1E4F-CBBD-B51B-59984464B1DD}"/>
              </a:ext>
            </a:extLst>
          </p:cNvPr>
          <p:cNvSpPr/>
          <p:nvPr/>
        </p:nvSpPr>
        <p:spPr>
          <a:xfrm>
            <a:off x="3156818" y="22263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5CFE2D0D-6D85-9864-3846-1144746BE227}"/>
              </a:ext>
            </a:extLst>
          </p:cNvPr>
          <p:cNvSpPr txBox="1"/>
          <p:nvPr/>
        </p:nvSpPr>
        <p:spPr>
          <a:xfrm>
            <a:off x="1627451" y="1463139"/>
            <a:ext cx="197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x</a:t>
            </a:r>
          </a:p>
        </p:txBody>
      </p:sp>
    </p:spTree>
    <p:extLst>
      <p:ext uri="{BB962C8B-B14F-4D97-AF65-F5344CB8AC3E}">
        <p14:creationId xmlns:p14="http://schemas.microsoft.com/office/powerpoint/2010/main" val="223420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6 L 0.08945 0.002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6212326" y="216825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9292D545-2EBE-4C6A-90B7-FB5C4CB7062F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572841B7-2884-B531-DA6E-AE837A0B10DD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71AC2EE5-4D8F-7D0F-2BDD-8FC0940021D2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4BD8BEB1-36C2-A7B9-6313-56E55B0F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2" y="167256"/>
            <a:ext cx="11241087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9A95D271-947C-4489-E9FB-803F22FAE83E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Nyíl: lefelé mutató 2">
            <a:extLst>
              <a:ext uri="{FF2B5EF4-FFF2-40B4-BE49-F238E27FC236}">
                <a16:creationId xmlns:a16="http://schemas.microsoft.com/office/drawing/2014/main" id="{42D134BF-984E-8808-42E7-7D75022534EC}"/>
              </a:ext>
            </a:extLst>
          </p:cNvPr>
          <p:cNvSpPr/>
          <p:nvPr/>
        </p:nvSpPr>
        <p:spPr>
          <a:xfrm>
            <a:off x="4218354" y="22263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986E0317-58BF-276F-1482-A47FCBD445A7}"/>
              </a:ext>
            </a:extLst>
          </p:cNvPr>
          <p:cNvSpPr txBox="1"/>
          <p:nvPr/>
        </p:nvSpPr>
        <p:spPr>
          <a:xfrm>
            <a:off x="1627451" y="1463139"/>
            <a:ext cx="197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x</a:t>
            </a:r>
          </a:p>
        </p:txBody>
      </p:sp>
    </p:spTree>
    <p:extLst>
      <p:ext uri="{BB962C8B-B14F-4D97-AF65-F5344CB8AC3E}">
        <p14:creationId xmlns:p14="http://schemas.microsoft.com/office/powerpoint/2010/main" val="154698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0.08945 0.002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41873-4DDA-10B3-7564-243ABC2C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2434919-6CA1-21C4-6814-8A1712BC0E2C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08443A8-A4CD-5571-763D-B74C77121D65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79054CC1-341A-9106-2282-323850E0828B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C97712F-67AD-BF21-5AA9-088A4E3BE34F}"/>
              </a:ext>
            </a:extLst>
          </p:cNvPr>
          <p:cNvSpPr/>
          <p:nvPr/>
        </p:nvSpPr>
        <p:spPr>
          <a:xfrm>
            <a:off x="1915887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45AC9A5-A580-DFB4-5780-7D9DD4CFBAEA}"/>
              </a:ext>
            </a:extLst>
          </p:cNvPr>
          <p:cNvSpPr/>
          <p:nvPr/>
        </p:nvSpPr>
        <p:spPr>
          <a:xfrm>
            <a:off x="296091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81ADCE45-90B7-6D59-F4D0-1BF3C496C28C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F69FF67-FBF5-8A34-AE53-87FCF123A371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6812F93C-3368-7432-0BE9-1B6AEC7123DD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BE4A2A4B-7571-B493-D24B-2361902F362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CDB44C34-167D-46F6-AE09-D44344C265AE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923807C8-17DE-D64C-5C6A-F1049D29C6FB}"/>
              </a:ext>
            </a:extLst>
          </p:cNvPr>
          <p:cNvSpPr/>
          <p:nvPr/>
        </p:nvSpPr>
        <p:spPr>
          <a:xfrm>
            <a:off x="6212326" y="2168255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49BC693B-16FC-45D2-8EC7-6D4E92BA2334}"/>
              </a:ext>
            </a:extLst>
          </p:cNvPr>
          <p:cNvSpPr txBox="1"/>
          <p:nvPr/>
        </p:nvSpPr>
        <p:spPr>
          <a:xfrm>
            <a:off x="1763491" y="428579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4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193773DC-48A7-BBE0-64A0-C87882DE69EB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1C7E0EAC-4082-33DF-C4EC-CD59C3E5CA97}"/>
              </a:ext>
            </a:extLst>
          </p:cNvPr>
          <p:cNvCxnSpPr>
            <a:cxnSpLocks/>
          </p:cNvCxnSpPr>
          <p:nvPr/>
        </p:nvCxnSpPr>
        <p:spPr>
          <a:xfrm>
            <a:off x="694006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910D5506-37E3-91CF-B866-ABA2B707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167256"/>
            <a:ext cx="11302048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26D98D6A-9600-F553-5FED-7F0871F7D16C}"/>
              </a:ext>
            </a:extLst>
          </p:cNvPr>
          <p:cNvCxnSpPr>
            <a:cxnSpLocks/>
          </p:cNvCxnSpPr>
          <p:nvPr/>
        </p:nvCxnSpPr>
        <p:spPr>
          <a:xfrm>
            <a:off x="1494301" y="174782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Nyíl: lefelé mutató 2">
            <a:extLst>
              <a:ext uri="{FF2B5EF4-FFF2-40B4-BE49-F238E27FC236}">
                <a16:creationId xmlns:a16="http://schemas.microsoft.com/office/drawing/2014/main" id="{4ED4FB73-7B7A-FD81-2074-A8F202076F0D}"/>
              </a:ext>
            </a:extLst>
          </p:cNvPr>
          <p:cNvSpPr/>
          <p:nvPr/>
        </p:nvSpPr>
        <p:spPr>
          <a:xfrm>
            <a:off x="5206326" y="222639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71787FBD-C53D-BA4B-8CFC-FE3D4CFDC4C0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DBE616D-62DB-4C39-85F2-73630C55B7C7}"/>
              </a:ext>
            </a:extLst>
          </p:cNvPr>
          <p:cNvSpPr txBox="1"/>
          <p:nvPr/>
        </p:nvSpPr>
        <p:spPr>
          <a:xfrm>
            <a:off x="1627451" y="1463139"/>
            <a:ext cx="197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x</a:t>
            </a:r>
          </a:p>
        </p:txBody>
      </p:sp>
    </p:spTree>
    <p:extLst>
      <p:ext uri="{BB962C8B-B14F-4D97-AF65-F5344CB8AC3E}">
        <p14:creationId xmlns:p14="http://schemas.microsoft.com/office/powerpoint/2010/main" val="254460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7037E-6 L 0.08255 -0.1175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28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63873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468376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1548676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6268050" y="301220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259370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4800087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154867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1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682869" y="2202640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737AA75-53E4-41D6-9D4A-9731F860C041}"/>
              </a:ext>
            </a:extLst>
          </p:cNvPr>
          <p:cNvSpPr txBox="1"/>
          <p:nvPr/>
        </p:nvSpPr>
        <p:spPr>
          <a:xfrm>
            <a:off x="983725" y="1469992"/>
            <a:ext cx="234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C74EA0A0-4D43-DE32-7DB3-C915CA45D18A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9E8D5294-337F-6B57-5301-537E0CEB6662}"/>
              </a:ext>
            </a:extLst>
          </p:cNvPr>
          <p:cNvCxnSpPr>
            <a:cxnSpLocks/>
          </p:cNvCxnSpPr>
          <p:nvPr/>
        </p:nvCxnSpPr>
        <p:spPr>
          <a:xfrm>
            <a:off x="552782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F793041-D91F-E2AC-E9CF-D0CB23CD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-18414"/>
            <a:ext cx="11146976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E7C72CD5-0B22-2552-7B79-BF2A98A31D85}"/>
              </a:ext>
            </a:extLst>
          </p:cNvPr>
          <p:cNvCxnSpPr>
            <a:cxnSpLocks/>
          </p:cNvCxnSpPr>
          <p:nvPr/>
        </p:nvCxnSpPr>
        <p:spPr>
          <a:xfrm>
            <a:off x="1311421" y="17985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0.08606 -0.009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7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B1D57-03F8-961C-9DDB-BEA7413E9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B946240-F569-1F2D-B7D2-B776C09CF2EE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245F43E-F0D0-701B-BFEC-A7BB90355B56}"/>
              </a:ext>
            </a:extLst>
          </p:cNvPr>
          <p:cNvSpPr/>
          <p:nvPr/>
        </p:nvSpPr>
        <p:spPr>
          <a:xfrm>
            <a:off x="363873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BC3E965C-E2ED-6692-A80C-093AA2E74F4F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0B8E615-4962-F051-AACF-781A195D84DE}"/>
              </a:ext>
            </a:extLst>
          </p:cNvPr>
          <p:cNvSpPr/>
          <p:nvPr/>
        </p:nvSpPr>
        <p:spPr>
          <a:xfrm>
            <a:off x="4683763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F7747A1-1216-B40D-166C-480D4FC749C3}"/>
              </a:ext>
            </a:extLst>
          </p:cNvPr>
          <p:cNvSpPr/>
          <p:nvPr/>
        </p:nvSpPr>
        <p:spPr>
          <a:xfrm>
            <a:off x="1548676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302E348B-96FF-1FED-67E2-447D34B035F9}"/>
              </a:ext>
            </a:extLst>
          </p:cNvPr>
          <p:cNvSpPr/>
          <p:nvPr/>
        </p:nvSpPr>
        <p:spPr>
          <a:xfrm>
            <a:off x="6268050" y="301220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27A0D6E8-538D-4849-9022-D65D69EDC52D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0EDB8712-8885-5980-0909-A73C82459B20}"/>
              </a:ext>
            </a:extLst>
          </p:cNvPr>
          <p:cNvSpPr/>
          <p:nvPr/>
        </p:nvSpPr>
        <p:spPr>
          <a:xfrm>
            <a:off x="259370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1EDD44B-292E-6531-A38C-EB2E11052BC2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FA66D06-05ED-A876-B350-D99C941B0ECC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23CC6DE3-1A88-F8C1-95FA-E44A098D6E89}"/>
              </a:ext>
            </a:extLst>
          </p:cNvPr>
          <p:cNvSpPr/>
          <p:nvPr/>
        </p:nvSpPr>
        <p:spPr>
          <a:xfrm>
            <a:off x="4800087" y="2134691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437B7276-0CC8-0608-FAFC-3841C5275858}"/>
              </a:ext>
            </a:extLst>
          </p:cNvPr>
          <p:cNvSpPr txBox="1"/>
          <p:nvPr/>
        </p:nvSpPr>
        <p:spPr>
          <a:xfrm>
            <a:off x="154867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CCAFB9E9-0F97-890D-88D2-48317A0E0FAC}"/>
              </a:ext>
            </a:extLst>
          </p:cNvPr>
          <p:cNvSpPr/>
          <p:nvPr/>
        </p:nvSpPr>
        <p:spPr>
          <a:xfrm>
            <a:off x="2710027" y="2202640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CBC89FBA-FBD9-A884-12F2-39038AE0EC7F}"/>
              </a:ext>
            </a:extLst>
          </p:cNvPr>
          <p:cNvSpPr/>
          <p:nvPr/>
        </p:nvSpPr>
        <p:spPr>
          <a:xfrm>
            <a:off x="3800134" y="2243970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BF19F79-9E2B-474E-FB55-171AEF70CB66}"/>
              </a:ext>
            </a:extLst>
          </p:cNvPr>
          <p:cNvSpPr txBox="1"/>
          <p:nvPr/>
        </p:nvSpPr>
        <p:spPr>
          <a:xfrm>
            <a:off x="2945660" y="1461436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49 &lt; 28 ? NO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D97EAFF6-6A92-3D11-5374-A5CB4AD0B215}"/>
              </a:ext>
            </a:extLst>
          </p:cNvPr>
          <p:cNvSpPr txBox="1"/>
          <p:nvPr/>
        </p:nvSpPr>
        <p:spPr>
          <a:xfrm>
            <a:off x="2822185" y="1807904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8E0DF7F6-EC51-659D-C108-4DB9847EC56C}"/>
              </a:ext>
            </a:extLst>
          </p:cNvPr>
          <p:cNvSpPr txBox="1"/>
          <p:nvPr/>
        </p:nvSpPr>
        <p:spPr>
          <a:xfrm>
            <a:off x="983725" y="1469992"/>
            <a:ext cx="234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8950BE48-FEEB-554C-9362-2F797C3CA579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7042194-3EF3-31A0-27A3-6FE80985CB93}"/>
              </a:ext>
            </a:extLst>
          </p:cNvPr>
          <p:cNvCxnSpPr>
            <a:cxnSpLocks/>
          </p:cNvCxnSpPr>
          <p:nvPr/>
        </p:nvCxnSpPr>
        <p:spPr>
          <a:xfrm>
            <a:off x="5527821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69F69DDE-FB3E-3563-338E-1EE98525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" y="-18414"/>
            <a:ext cx="11340017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2B1F4D30-AF20-53F5-33AF-1D45B6EEEA92}"/>
              </a:ext>
            </a:extLst>
          </p:cNvPr>
          <p:cNvCxnSpPr>
            <a:cxnSpLocks/>
          </p:cNvCxnSpPr>
          <p:nvPr/>
        </p:nvCxnSpPr>
        <p:spPr>
          <a:xfrm>
            <a:off x="1311421" y="17985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94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8425 -0.1289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6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8" grpId="0"/>
      <p:bldP spid="20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626346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2779263" y="2981842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38104" y="2991853"/>
            <a:ext cx="609600" cy="87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5135367" y="206100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3077239" y="2083084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5135367" y="1274183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5637984B-51AB-468E-8CB2-016C24B38876}"/>
              </a:ext>
            </a:extLst>
          </p:cNvPr>
          <p:cNvSpPr txBox="1"/>
          <p:nvPr/>
        </p:nvSpPr>
        <p:spPr>
          <a:xfrm>
            <a:off x="2960916" y="422946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2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5FBBE55F-9DFD-4E2F-9379-93658B002FC6}"/>
              </a:ext>
            </a:extLst>
          </p:cNvPr>
          <p:cNvSpPr txBox="1"/>
          <p:nvPr/>
        </p:nvSpPr>
        <p:spPr>
          <a:xfrm>
            <a:off x="3021315" y="1647935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1F4689E5-70F1-9FF6-4E5B-C1184645DFB5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334B035F-EAD5-14EC-5A0B-12646B163E14}"/>
              </a:ext>
            </a:extLst>
          </p:cNvPr>
          <p:cNvCxnSpPr>
            <a:cxnSpLocks/>
          </p:cNvCxnSpPr>
          <p:nvPr/>
        </p:nvCxnSpPr>
        <p:spPr>
          <a:xfrm>
            <a:off x="5903741" y="1500178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043F478B-B3FC-035F-FA47-99CE1DD3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1" y="-18414"/>
            <a:ext cx="11218096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3931133-CAD5-D55C-2F03-8C70DAE0F20F}"/>
              </a:ext>
            </a:extLst>
          </p:cNvPr>
          <p:cNvCxnSpPr>
            <a:cxnSpLocks/>
          </p:cNvCxnSpPr>
          <p:nvPr/>
        </p:nvCxnSpPr>
        <p:spPr>
          <a:xfrm>
            <a:off x="1260621" y="1500178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86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97 0.00162 L 0.06432 0.04167 C 0.07448 0.05069 0.0901 0.05555 0.10638 0.05555 C 0.12474 0.05555 0.13971 0.05069 0.15 0.04167 L 0.19961 0.00162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32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1386E-17 0 L -0.05 -0.04005 C -0.06029 -0.04907 -0.07591 -0.05394 -0.09219 -0.05394 C -0.11055 -0.05394 -0.12565 -0.04907 -0.13568 -0.04005 L -0.18516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58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52548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A87E0864-C1CD-4A17-BD4A-E0FF57E96A58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4D099231-F835-A01D-110D-38BFA5A40FB6}"/>
              </a:ext>
            </a:extLst>
          </p:cNvPr>
          <p:cNvCxnSpPr>
            <a:cxnSpLocks/>
          </p:cNvCxnSpPr>
          <p:nvPr/>
        </p:nvCxnSpPr>
        <p:spPr>
          <a:xfrm>
            <a:off x="5931865" y="146935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E9219080-9B07-2496-BB62-5C2DFBD9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1" y="-18414"/>
            <a:ext cx="11289216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4124BE0D-B912-802C-7620-3624C903E9E9}"/>
              </a:ext>
            </a:extLst>
          </p:cNvPr>
          <p:cNvCxnSpPr>
            <a:cxnSpLocks/>
          </p:cNvCxnSpPr>
          <p:nvPr/>
        </p:nvCxnSpPr>
        <p:spPr>
          <a:xfrm>
            <a:off x="349582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48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C0089-22BA-FEEB-B7FC-8478F26A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FA666CC-CF3C-8147-8E71-54F6845AE504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62EA806-8C4C-D2EA-A00B-52C188D097E4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796D594-4266-5B86-8518-30B3630C08C8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7EFDDB2D-CF5A-2361-5AC1-7D179E5C2F80}"/>
              </a:ext>
            </a:extLst>
          </p:cNvPr>
          <p:cNvSpPr/>
          <p:nvPr/>
        </p:nvSpPr>
        <p:spPr>
          <a:xfrm>
            <a:off x="252548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AE0EEEEC-7D22-074F-290B-2BA79DD1BE51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48F138E7-496B-599B-CFEA-0180878F0C84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ABD8C51C-C855-E550-0494-A43245F65625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6E0DC0CE-6BF8-F17F-C9EC-C1E888606D7B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0CA90A8-AF61-D171-5827-9B074B6A20C6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B26D5076-157D-C80E-25D9-C5EA494FF5C0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DC1BBD56-A9DA-9715-FCA1-4A58F8BC5011}"/>
              </a:ext>
            </a:extLst>
          </p:cNvPr>
          <p:cNvSpPr/>
          <p:nvPr/>
        </p:nvSpPr>
        <p:spPr>
          <a:xfrm>
            <a:off x="5167296" y="2108240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B5645B50-1AC1-6171-22AD-02C5E9BFE6A0}"/>
              </a:ext>
            </a:extLst>
          </p:cNvPr>
          <p:cNvSpPr txBox="1"/>
          <p:nvPr/>
        </p:nvSpPr>
        <p:spPr>
          <a:xfrm>
            <a:off x="3938412" y="4394082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3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C7BC1003-CA2A-601C-C6A7-2F0DB52BA331}"/>
              </a:ext>
            </a:extLst>
          </p:cNvPr>
          <p:cNvSpPr/>
          <p:nvPr/>
        </p:nvSpPr>
        <p:spPr>
          <a:xfrm>
            <a:off x="4098793" y="2134776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B2AE1E1E-B00B-7B83-3ACD-FD383ECA68F3}"/>
              </a:ext>
            </a:extLst>
          </p:cNvPr>
          <p:cNvSpPr txBox="1"/>
          <p:nvPr/>
        </p:nvSpPr>
        <p:spPr>
          <a:xfrm>
            <a:off x="484381" y="1405147"/>
            <a:ext cx="231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48479B2F-FA6F-D8ED-3ECD-8E9455E7F254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5A679B8D-B6DE-719A-3F63-F41C64F3DEA6}"/>
              </a:ext>
            </a:extLst>
          </p:cNvPr>
          <p:cNvCxnSpPr>
            <a:cxnSpLocks/>
          </p:cNvCxnSpPr>
          <p:nvPr/>
        </p:nvCxnSpPr>
        <p:spPr>
          <a:xfrm>
            <a:off x="5931865" y="146935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F85F045F-CA1B-A6A7-59E1-4E9369F0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-18414"/>
            <a:ext cx="11197777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F8C5CBEB-0463-66EE-FCE0-613C19566A8B}"/>
              </a:ext>
            </a:extLst>
          </p:cNvPr>
          <p:cNvCxnSpPr>
            <a:cxnSpLocks/>
          </p:cNvCxnSpPr>
          <p:nvPr/>
        </p:nvCxnSpPr>
        <p:spPr>
          <a:xfrm>
            <a:off x="3495821" y="1646102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34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0.08828 -0.1150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4" y="-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 L 0.02448 0.04005 C 0.02917 0.04907 0.03633 0.05394 0.04388 0.05394 C 0.05261 0.05394 0.05951 0.04907 0.0642 0.04005 L 0.08763 0 " pathEditMode="relative" rAng="0" ptsTypes="AAAAA"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7" y="268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1386E-17 0 L -0.02279 -0.04005 C -0.0276 -0.04907 -0.03451 -0.05394 -0.04206 -0.05394 C -0.05052 -0.05394 -0.05716 -0.04907 -0.06198 -0.04005 L -0.08424 0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23" grpId="0" animBg="1"/>
      <p:bldP spid="23" grpId="1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3722E-2C06-80AF-B41D-D3835352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77CFAA3A-9799-6DCC-F240-7282FFA74A82}"/>
              </a:ext>
            </a:extLst>
          </p:cNvPr>
          <p:cNvSpPr/>
          <p:nvPr/>
        </p:nvSpPr>
        <p:spPr>
          <a:xfrm>
            <a:off x="11146977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32C7624E-EADB-9FE7-42D5-A9B239363394}"/>
              </a:ext>
            </a:extLst>
          </p:cNvPr>
          <p:cNvSpPr/>
          <p:nvPr/>
        </p:nvSpPr>
        <p:spPr>
          <a:xfrm>
            <a:off x="5050974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7DB1BBFD-75EE-7F68-5820-5F22769CA6D5}"/>
              </a:ext>
            </a:extLst>
          </p:cNvPr>
          <p:cNvSpPr/>
          <p:nvPr/>
        </p:nvSpPr>
        <p:spPr>
          <a:xfrm>
            <a:off x="9056919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82C7EE3-E480-91F2-4ABF-0AE1DEBABB5C}"/>
              </a:ext>
            </a:extLst>
          </p:cNvPr>
          <p:cNvSpPr/>
          <p:nvPr/>
        </p:nvSpPr>
        <p:spPr>
          <a:xfrm>
            <a:off x="2525487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98D5144F-7B60-F9A3-4FF6-E221B19236D8}"/>
              </a:ext>
            </a:extLst>
          </p:cNvPr>
          <p:cNvSpPr/>
          <p:nvPr/>
        </p:nvSpPr>
        <p:spPr>
          <a:xfrm>
            <a:off x="6096003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DD53A1D-E6E6-225B-F3CB-C46826B2108E}"/>
              </a:ext>
            </a:extLst>
          </p:cNvPr>
          <p:cNvSpPr/>
          <p:nvPr/>
        </p:nvSpPr>
        <p:spPr>
          <a:xfrm>
            <a:off x="148045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EC5888D9-86E6-170A-4F77-E84203359236}"/>
              </a:ext>
            </a:extLst>
          </p:cNvPr>
          <p:cNvSpPr/>
          <p:nvPr/>
        </p:nvSpPr>
        <p:spPr>
          <a:xfrm>
            <a:off x="10101948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9F306121-09A0-4974-6923-B41D43D43D44}"/>
              </a:ext>
            </a:extLst>
          </p:cNvPr>
          <p:cNvSpPr/>
          <p:nvPr/>
        </p:nvSpPr>
        <p:spPr>
          <a:xfrm>
            <a:off x="4005945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1A08A922-C89D-8C93-854F-94F7AF4A6C1F}"/>
              </a:ext>
            </a:extLst>
          </p:cNvPr>
          <p:cNvSpPr/>
          <p:nvPr/>
        </p:nvSpPr>
        <p:spPr>
          <a:xfrm>
            <a:off x="43542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0F7C0040-9675-AB83-FC27-1116D41F5081}"/>
              </a:ext>
            </a:extLst>
          </p:cNvPr>
          <p:cNvSpPr/>
          <p:nvPr/>
        </p:nvSpPr>
        <p:spPr>
          <a:xfrm>
            <a:off x="75764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E6A9ECAA-F742-E196-166E-5EB24BBACEB9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235C5AE4-4D1D-4442-EA90-29D2E4D7F10B}"/>
              </a:ext>
            </a:extLst>
          </p:cNvPr>
          <p:cNvCxnSpPr>
            <a:cxnSpLocks/>
          </p:cNvCxnSpPr>
          <p:nvPr/>
        </p:nvCxnSpPr>
        <p:spPr>
          <a:xfrm>
            <a:off x="5931865" y="146935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ím 1">
            <a:extLst>
              <a:ext uri="{FF2B5EF4-FFF2-40B4-BE49-F238E27FC236}">
                <a16:creationId xmlns:a16="http://schemas.microsoft.com/office/drawing/2014/main" id="{C03AF347-F7DF-99B1-A97E-E56295CF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2" y="-18414"/>
            <a:ext cx="11218095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2DF67539-C8B5-C6E7-52D7-C5085B182AD2}"/>
              </a:ext>
            </a:extLst>
          </p:cNvPr>
          <p:cNvCxnSpPr>
            <a:cxnSpLocks/>
          </p:cNvCxnSpPr>
          <p:nvPr/>
        </p:nvCxnSpPr>
        <p:spPr>
          <a:xfrm>
            <a:off x="4887741" y="1674381"/>
            <a:ext cx="0" cy="3301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0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8392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50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0347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8839200" y="44009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7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8955523" y="211121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0073123" y="2103477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152D5D10-6A96-4A27-845E-5868E65B5DE1}"/>
              </a:ext>
            </a:extLst>
          </p:cNvPr>
          <p:cNvSpPr txBox="1"/>
          <p:nvPr/>
        </p:nvSpPr>
        <p:spPr>
          <a:xfrm>
            <a:off x="8955523" y="680095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66 &lt; 60 ? NO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74C97B6-2929-4490-BAAE-F38BBBAE369C}"/>
              </a:ext>
            </a:extLst>
          </p:cNvPr>
          <p:cNvSpPr txBox="1"/>
          <p:nvPr/>
        </p:nvSpPr>
        <p:spPr>
          <a:xfrm>
            <a:off x="10722202" y="827078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Igen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C0A2708F-C38B-4010-B1E9-B2E8BF87A54D}"/>
              </a:ext>
            </a:extLst>
          </p:cNvPr>
          <p:cNvSpPr txBox="1"/>
          <p:nvPr/>
        </p:nvSpPr>
        <p:spPr>
          <a:xfrm>
            <a:off x="8458929" y="1207120"/>
            <a:ext cx="210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9875BCE-C2EE-21C8-B99D-BB9FF630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8214869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C6036B24-3ED2-842B-2217-F86F46E94997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32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09362 -0.1275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4" grpId="1" animBg="1"/>
      <p:bldP spid="25" grpId="0"/>
      <p:bldP spid="18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88392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03477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8955523" y="2111218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53FE258B-58AA-4063-83A7-CA056E685AC0}"/>
              </a:ext>
            </a:extLst>
          </p:cNvPr>
          <p:cNvSpPr/>
          <p:nvPr/>
        </p:nvSpPr>
        <p:spPr>
          <a:xfrm>
            <a:off x="11190722" y="1230584"/>
            <a:ext cx="376953" cy="6582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j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EF6ED2A6-1A81-4168-A712-1F68BCDD6C9E}"/>
              </a:ext>
            </a:extLst>
          </p:cNvPr>
          <p:cNvSpPr txBox="1"/>
          <p:nvPr/>
        </p:nvSpPr>
        <p:spPr>
          <a:xfrm>
            <a:off x="8839200" y="44009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7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94F70F9-5415-4F93-9C72-2F0FB1E154B9}"/>
              </a:ext>
            </a:extLst>
          </p:cNvPr>
          <p:cNvSpPr txBox="1"/>
          <p:nvPr/>
        </p:nvSpPr>
        <p:spPr>
          <a:xfrm>
            <a:off x="10722201" y="494427"/>
            <a:ext cx="1313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j &lt; r ? Nem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C3CD7AA-D8D0-A019-06CF-D7F4D7AA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8214869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dirty="0">
                <a:solidFill>
                  <a:srgbClr val="2D3B45"/>
                </a:solidFill>
              </a:rPr>
              <a:t>most 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E9502D9-4E26-F39A-5F8D-BA93D299A296}"/>
              </a:ext>
            </a:extLst>
          </p:cNvPr>
          <p:cNvCxnSpPr>
            <a:cxnSpLocks/>
          </p:cNvCxnSpPr>
          <p:nvPr/>
        </p:nvCxnSpPr>
        <p:spPr>
          <a:xfrm>
            <a:off x="8487507" y="159542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65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0.04922 0.04005 C 0.05951 0.04907 0.07487 0.05394 0.09115 0.05394 C 0.10951 0.05394 0.12422 0.04907 0.13451 0.04005 L 0.18385 0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93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 L -0.0487 -0.04005 C -0.05885 -0.04907 -0.07422 -0.05394 -0.09036 -0.05394 C -0.10872 -0.05394 -0.12343 -0.04907 -0.13359 -0.04005 L -0.18268 0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67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331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1073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069078A-05E2-4ADB-9C7E-2A18E9BED4F3}"/>
              </a:ext>
            </a:extLst>
          </p:cNvPr>
          <p:cNvSpPr txBox="1"/>
          <p:nvPr/>
        </p:nvSpPr>
        <p:spPr>
          <a:xfrm>
            <a:off x="9956800" y="44771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8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0073123" y="2126219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A68CADD-FF93-46F6-A3CC-078687179011}"/>
              </a:ext>
            </a:extLst>
          </p:cNvPr>
          <p:cNvSpPr txBox="1"/>
          <p:nvPr/>
        </p:nvSpPr>
        <p:spPr>
          <a:xfrm>
            <a:off x="9804400" y="707205"/>
            <a:ext cx="213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&lt; r and A[i] &lt;= A[r]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9257C1A-A76D-7EFF-587A-47285816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9412065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243B647F-07FA-FD21-E1C9-94AF1A0CB1C9}"/>
              </a:ext>
            </a:extLst>
          </p:cNvPr>
          <p:cNvCxnSpPr>
            <a:cxnSpLocks/>
          </p:cNvCxnSpPr>
          <p:nvPr/>
        </p:nvCxnSpPr>
        <p:spPr>
          <a:xfrm>
            <a:off x="9412067" y="1514141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89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09036 -0.127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8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331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8608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744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7432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9784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625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956800" y="2991853"/>
            <a:ext cx="609600" cy="874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096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080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21360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11190723" y="2110736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11190723" y="1246517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AC8A017-24DA-419F-8FCB-CEEA77A7D138}"/>
              </a:ext>
            </a:extLst>
          </p:cNvPr>
          <p:cNvSpPr txBox="1"/>
          <p:nvPr/>
        </p:nvSpPr>
        <p:spPr>
          <a:xfrm>
            <a:off x="9956800" y="4477114"/>
            <a:ext cx="147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i := 9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D084762-378F-42BA-9EF3-6D31017E58FB}"/>
              </a:ext>
            </a:extLst>
          </p:cNvPr>
          <p:cNvSpPr txBox="1"/>
          <p:nvPr/>
        </p:nvSpPr>
        <p:spPr>
          <a:xfrm>
            <a:off x="9956800" y="310579"/>
            <a:ext cx="197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 i &lt; r Nem</a:t>
            </a:r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7A4FC086-EE27-6197-4A8C-BD0B3C71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70"/>
            <a:ext cx="9544145" cy="2211110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BD2C55D-3242-16E2-528A-3D30B5930447}"/>
              </a:ext>
            </a:extLst>
          </p:cNvPr>
          <p:cNvCxnSpPr>
            <a:cxnSpLocks/>
          </p:cNvCxnSpPr>
          <p:nvPr/>
        </p:nvCxnSpPr>
        <p:spPr>
          <a:xfrm>
            <a:off x="9544147" y="1561495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75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01858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370449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11347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625969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4783015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54744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566030" y="2991853"/>
            <a:ext cx="609600" cy="874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586153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468923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6940061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10E487C1-A54C-46CA-A29D-AB4CBDDF1D6D}"/>
              </a:ext>
            </a:extLst>
          </p:cNvPr>
          <p:cNvSpPr/>
          <p:nvPr/>
        </p:nvSpPr>
        <p:spPr>
          <a:xfrm>
            <a:off x="9666274" y="1151950"/>
            <a:ext cx="376953" cy="67376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6A6A099C-886D-468E-AC90-A09F1D75FFB5}"/>
              </a:ext>
            </a:extLst>
          </p:cNvPr>
          <p:cNvSpPr/>
          <p:nvPr/>
        </p:nvSpPr>
        <p:spPr>
          <a:xfrm>
            <a:off x="9682353" y="2039003"/>
            <a:ext cx="376953" cy="6582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i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7675D1C6-A035-5354-09EA-1A6C6A3CA2D3}"/>
              </a:ext>
            </a:extLst>
          </p:cNvPr>
          <p:cNvCxnSpPr>
            <a:cxnSpLocks/>
          </p:cNvCxnSpPr>
          <p:nvPr/>
        </p:nvCxnSpPr>
        <p:spPr>
          <a:xfrm>
            <a:off x="9158067" y="160543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431D4B80-AE7B-E4A9-CC04-F6D73A2569F8}"/>
              </a:ext>
            </a:extLst>
          </p:cNvPr>
          <p:cNvCxnSpPr>
            <a:cxnSpLocks/>
          </p:cNvCxnSpPr>
          <p:nvPr/>
        </p:nvCxnSpPr>
        <p:spPr>
          <a:xfrm>
            <a:off x="10763347" y="1524150"/>
            <a:ext cx="0" cy="36471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ím 1">
            <a:extLst>
              <a:ext uri="{FF2B5EF4-FFF2-40B4-BE49-F238E27FC236}">
                <a16:creationId xmlns:a16="http://schemas.microsoft.com/office/drawing/2014/main" id="{1D0BC9D8-6759-FD0F-FA9C-B05188854BCE}"/>
              </a:ext>
            </a:extLst>
          </p:cNvPr>
          <p:cNvSpPr txBox="1">
            <a:spLocks/>
          </p:cNvSpPr>
          <p:nvPr/>
        </p:nvSpPr>
        <p:spPr>
          <a:xfrm>
            <a:off x="386082" y="-143921"/>
            <a:ext cx="11336994" cy="14304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</a:t>
            </a:r>
            <a:r>
              <a:rPr lang="hu-HU" sz="2200" dirty="0">
                <a:solidFill>
                  <a:srgbClr val="2D3B45"/>
                </a:solidFill>
                <a:latin typeface="+mn-lt"/>
              </a:rPr>
              <a:t>a </a:t>
            </a:r>
            <a:r>
              <a:rPr lang="hu-HU" sz="2200" dirty="0" err="1">
                <a:solidFill>
                  <a:srgbClr val="2D3B45"/>
                </a:solidFill>
                <a:latin typeface="+mn-lt"/>
              </a:rPr>
              <a:t>particionálás</a:t>
            </a:r>
            <a:r>
              <a:rPr lang="hu-HU" sz="2200" dirty="0">
                <a:solidFill>
                  <a:srgbClr val="2D3B45"/>
                </a:solidFill>
                <a:latin typeface="+mn-lt"/>
              </a:rPr>
              <a:t> minden esetben az aktuális résztömb </a:t>
            </a:r>
            <a:r>
              <a:rPr lang="hu-HU" sz="2200" b="1" dirty="0">
                <a:solidFill>
                  <a:srgbClr val="2D3B45"/>
                </a:solidFill>
                <a:latin typeface="+mn-lt"/>
              </a:rPr>
              <a:t>utolsó</a:t>
            </a:r>
            <a:r>
              <a:rPr lang="hu-HU" sz="2200" dirty="0">
                <a:solidFill>
                  <a:srgbClr val="2D3B45"/>
                </a:solidFill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249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1708AAD-67F7-49EE-AA59-576FA5E31E99}"/>
              </a:ext>
            </a:extLst>
          </p:cNvPr>
          <p:cNvSpPr/>
          <p:nvPr/>
        </p:nvSpPr>
        <p:spPr>
          <a:xfrm>
            <a:off x="870065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60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BD12A7-F604-40B7-B88D-B42ED83D9E9A}"/>
              </a:ext>
            </a:extLst>
          </p:cNvPr>
          <p:cNvSpPr/>
          <p:nvPr/>
        </p:nvSpPr>
        <p:spPr>
          <a:xfrm>
            <a:off x="404552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28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B2EBDD4-A5AE-4576-9D62-69858E54B947}"/>
              </a:ext>
            </a:extLst>
          </p:cNvPr>
          <p:cNvSpPr/>
          <p:nvPr/>
        </p:nvSpPr>
        <p:spPr>
          <a:xfrm>
            <a:off x="1102822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80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E8488B8-B5AC-4E2B-9907-2AD24C725FCA}"/>
              </a:ext>
            </a:extLst>
          </p:cNvPr>
          <p:cNvSpPr/>
          <p:nvPr/>
        </p:nvSpPr>
        <p:spPr>
          <a:xfrm>
            <a:off x="2881746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25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8B07E1A-4E97-4DAD-9E11-E509B58F180A}"/>
              </a:ext>
            </a:extLst>
          </p:cNvPr>
          <p:cNvSpPr/>
          <p:nvPr/>
        </p:nvSpPr>
        <p:spPr>
          <a:xfrm>
            <a:off x="5209310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32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5364B46-1C50-4606-9A64-5182A95DA7BE}"/>
              </a:ext>
            </a:extLst>
          </p:cNvPr>
          <p:cNvSpPr/>
          <p:nvPr/>
        </p:nvSpPr>
        <p:spPr>
          <a:xfrm>
            <a:off x="171796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21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97A79F6-1090-41F5-AB0D-2C82D53E71A3}"/>
              </a:ext>
            </a:extLst>
          </p:cNvPr>
          <p:cNvSpPr/>
          <p:nvPr/>
        </p:nvSpPr>
        <p:spPr>
          <a:xfrm>
            <a:off x="9864438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66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74B41D64-2E92-4704-82F7-9818F510C22C}"/>
              </a:ext>
            </a:extLst>
          </p:cNvPr>
          <p:cNvSpPr/>
          <p:nvPr/>
        </p:nvSpPr>
        <p:spPr>
          <a:xfrm>
            <a:off x="637309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49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A670B262-1C5E-4C60-A3C2-7B5C7A85B8E7}"/>
              </a:ext>
            </a:extLst>
          </p:cNvPr>
          <p:cNvSpPr/>
          <p:nvPr/>
        </p:nvSpPr>
        <p:spPr>
          <a:xfrm>
            <a:off x="554182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3</a:t>
            </a:r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2A02173-9AE5-4AF8-8890-F612F8603558}"/>
              </a:ext>
            </a:extLst>
          </p:cNvPr>
          <p:cNvSpPr/>
          <p:nvPr/>
        </p:nvSpPr>
        <p:spPr>
          <a:xfrm>
            <a:off x="7536874" y="2991853"/>
            <a:ext cx="609600" cy="87429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hu-HU" dirty="0"/>
              <a:t>52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25782E70-C342-109F-9730-65D3E6A0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67256"/>
            <a:ext cx="11180129" cy="1430442"/>
          </a:xfrm>
        </p:spPr>
        <p:txBody>
          <a:bodyPr>
            <a:normAutofit/>
          </a:bodyPr>
          <a:lstStyle/>
          <a:p>
            <a:r>
              <a:rPr lang="hu-HU" dirty="0"/>
              <a:t>A gyorsrendezés lejátszása:*</a:t>
            </a:r>
            <a:br>
              <a:rPr lang="hu-HU" dirty="0"/>
            </a:b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most a </a:t>
            </a:r>
            <a:r>
              <a:rPr lang="hu-HU" sz="2200" b="0" i="0" dirty="0" err="1">
                <a:solidFill>
                  <a:srgbClr val="2D3B45"/>
                </a:solidFill>
                <a:effectLst/>
                <a:latin typeface="+mn-lt"/>
              </a:rPr>
              <a:t>particionálás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 minden esetben az aktuális résztömb </a:t>
            </a:r>
            <a:r>
              <a:rPr lang="hu-HU" sz="2200" b="1" i="0" dirty="0">
                <a:solidFill>
                  <a:srgbClr val="2D3B45"/>
                </a:solidFill>
                <a:effectLst/>
                <a:latin typeface="+mn-lt"/>
              </a:rPr>
              <a:t>utolsó</a:t>
            </a:r>
            <a:r>
              <a:rPr lang="hu-HU" sz="2200" b="0" i="0" dirty="0">
                <a:solidFill>
                  <a:srgbClr val="2D3B45"/>
                </a:solidFill>
                <a:effectLst/>
                <a:latin typeface="+mn-lt"/>
              </a:rPr>
              <a:t> elemét választja tengelynek</a:t>
            </a:r>
            <a:endParaRPr lang="hu-HU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638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AF5C6E-D99B-095F-A588-4EF1C26C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479" y="765809"/>
            <a:ext cx="10018713" cy="585471"/>
          </a:xfrm>
        </p:spPr>
        <p:txBody>
          <a:bodyPr>
            <a:noAutofit/>
          </a:bodyPr>
          <a:lstStyle/>
          <a:p>
            <a:r>
              <a:rPr lang="hu-HU" b="0" i="0" u="none" strike="noStrike" baseline="0" dirty="0"/>
              <a:t>Vegyes </a:t>
            </a:r>
            <a:r>
              <a:rPr lang="fr-FR" dirty="0"/>
              <a:t>gyorsrendezés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1B427D1-FE04-C669-6F5B-6A512A449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479" y="1635760"/>
                <a:ext cx="10536042" cy="4893311"/>
              </a:xfrm>
            </p:spPr>
            <p:txBody>
              <a:bodyPr anchor="t">
                <a:noAutofit/>
              </a:bodyPr>
              <a:lstStyle/>
              <a:p>
                <a:r>
                  <a:rPr lang="hu-HU" sz="2800" b="0" i="0" u="none" strike="noStrike" baseline="0" dirty="0"/>
                  <a:t>Kis elemszámnál (</a:t>
                </a:r>
                <a:r>
                  <a:rPr lang="hu-HU" sz="2800" b="0" i="0" u="none" strike="noStrike" baseline="0" dirty="0" err="1"/>
                  <a:t>max</a:t>
                </a:r>
                <a:r>
                  <a:rPr lang="hu-HU" sz="2800" b="0" i="0" u="none" strike="noStrike" baseline="0" dirty="0"/>
                  <a:t>. néhányszor tíz rendezendő elem):</a:t>
                </a:r>
              </a:p>
              <a:p>
                <a:pPr lvl="1"/>
                <a:r>
                  <a:rPr lang="hu-HU" sz="2400" b="0" i="0" u="none" strike="noStrike" baseline="0" dirty="0"/>
                  <a:t>a beszúró rendezés hatékonyabb a gyors rendezéseknél </a:t>
                </a:r>
                <a:br>
                  <a:rPr lang="hu-HU" sz="2400" b="0" i="0" u="none" strike="noStrike" baseline="0" dirty="0"/>
                </a:br>
                <a:r>
                  <a:rPr lang="hu-HU" sz="2400" b="0" i="0" u="none" strike="noStrike" baseline="0" dirty="0"/>
                  <a:t>(</a:t>
                </a:r>
                <a:r>
                  <a:rPr lang="hu-HU" sz="2400" b="0" i="0" u="none" strike="noStrike" baseline="0" dirty="0" err="1"/>
                  <a:t>merge</a:t>
                </a:r>
                <a:r>
                  <a:rPr lang="hu-HU" sz="2400" b="0" i="0" u="none" strike="noStrike" baseline="0" dirty="0"/>
                  <a:t> sort, </a:t>
                </a:r>
                <a:r>
                  <a:rPr lang="hu-HU" sz="2400" b="0" i="0" u="none" strike="noStrike" baseline="0" dirty="0" err="1"/>
                  <a:t>heap</a:t>
                </a:r>
                <a:r>
                  <a:rPr lang="hu-HU" sz="2400" b="0" i="0" u="none" strike="noStrike" baseline="0" dirty="0"/>
                  <a:t> sort, </a:t>
                </a:r>
                <a:r>
                  <a:rPr lang="hu-HU" sz="2400" b="0" i="0" u="none" strike="noStrike" baseline="0" dirty="0" err="1"/>
                  <a:t>quicksort</a:t>
                </a:r>
                <a:r>
                  <a:rPr lang="hu-HU" sz="2400" b="0" i="0" u="none" strike="noStrike" baseline="0" dirty="0"/>
                  <a:t>)</a:t>
                </a:r>
                <a:endParaRPr lang="hu-HU" sz="3200" b="0" i="0" u="none" strike="noStrike" baseline="0" dirty="0"/>
              </a:p>
              <a:p>
                <a:pPr algn="l">
                  <a:buFont typeface="Wingdings" panose="05000000000000000000" pitchFamily="2" charset="2"/>
                  <a:buChar char="Ø"/>
                </a:pPr>
                <a:r>
                  <a:rPr lang="hu-HU" sz="2800" b="0" i="0" u="none" strike="noStrike" baseline="0" dirty="0"/>
                  <a:t>Quicksort(</a:t>
                </a:r>
                <a:r>
                  <a:rPr lang="hu-HU" sz="2800" b="0" i="1" u="none" strike="noStrike" baseline="0" dirty="0"/>
                  <a:t>A</a:t>
                </a:r>
                <a:r>
                  <a:rPr lang="hu-HU" sz="2800" b="0" i="0" u="none" strike="noStrike" baseline="0" dirty="0"/>
                  <a:t>, </a:t>
                </a:r>
                <a:r>
                  <a:rPr lang="hu-HU" sz="2800" b="0" i="1" u="none" strike="noStrike" baseline="0" dirty="0"/>
                  <a:t>p</a:t>
                </a:r>
                <a:r>
                  <a:rPr lang="hu-HU" sz="2800" b="0" i="0" u="none" strike="noStrike" baseline="0" dirty="0"/>
                  <a:t>, </a:t>
                </a:r>
                <a:r>
                  <a:rPr lang="hu-HU" sz="2800" b="0" i="1" u="none" strike="noStrike" baseline="0" dirty="0"/>
                  <a:t>r</a:t>
                </a:r>
                <a:r>
                  <a:rPr lang="hu-HU" sz="2800" b="0" i="0" u="none" strike="noStrike" baseline="0" dirty="0"/>
                  <a:t>) eljárás jelentős gyorsítása:</a:t>
                </a:r>
              </a:p>
              <a:p>
                <a:pPr lvl="1"/>
                <a:r>
                  <a:rPr lang="hu-HU" b="0" i="0" u="none" strike="noStrike" baseline="0" dirty="0"/>
                  <a:t>kis méretű résztömböknél áttérünk a beszúró rendezésre</a:t>
                </a:r>
              </a:p>
              <a:p>
                <a:pPr lvl="1"/>
                <a:r>
                  <a:rPr lang="hu-HU" b="0" i="1" u="none" strike="noStrike" baseline="0" dirty="0"/>
                  <a:t>k</a:t>
                </a:r>
                <a:r>
                  <a:rPr lang="hu-HU" b="0" i="0" u="none" strike="noStrike" baseline="0" dirty="0"/>
                  <a:t> ∈ </a:t>
                </a:r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b="0" i="0" u="none" strike="noStrike" baseline="0" dirty="0"/>
                  <a:t> (20 és 40 között)</a:t>
                </a:r>
              </a:p>
              <a:p>
                <a:pPr marL="0" indent="0">
                  <a:buNone/>
                </a:pPr>
                <a:endParaRPr lang="hu-HU" b="0" i="0" u="none" strike="noStrike" baseline="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1B427D1-FE04-C669-6F5B-6A512A449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479" y="1635760"/>
                <a:ext cx="10536042" cy="4893311"/>
              </a:xfrm>
              <a:blipFill>
                <a:blip r:embed="rId2"/>
                <a:stretch>
                  <a:fillRect l="-1910" t="-47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Kép 5">
            <a:extLst>
              <a:ext uri="{FF2B5EF4-FFF2-40B4-BE49-F238E27FC236}">
                <a16:creationId xmlns:a16="http://schemas.microsoft.com/office/drawing/2014/main" id="{4750DE36-D700-CC69-23D7-88BEBFE4A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746" y="4241028"/>
            <a:ext cx="5258534" cy="19624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24880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9D2F-E212-3230-5FE9-FAE21EC7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3D4732-2F8C-FD1D-2B87-4288FB924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09" y="454341"/>
            <a:ext cx="10018713" cy="585471"/>
          </a:xfrm>
        </p:spPr>
        <p:txBody>
          <a:bodyPr>
            <a:noAutofit/>
          </a:bodyPr>
          <a:lstStyle/>
          <a:p>
            <a:r>
              <a:rPr lang="hu-HU" b="0" i="0" u="none" strike="noStrike" baseline="0" dirty="0"/>
              <a:t>Vegyes </a:t>
            </a:r>
            <a:r>
              <a:rPr lang="fr-FR" dirty="0"/>
              <a:t>gyorsrendezés</a:t>
            </a:r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CA9223-B7D7-AF03-6AE0-25292F350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479" y="1574800"/>
            <a:ext cx="8161001" cy="3119121"/>
          </a:xfrm>
        </p:spPr>
        <p:txBody>
          <a:bodyPr anchor="t">
            <a:noAutofit/>
          </a:bodyPr>
          <a:lstStyle/>
          <a:p>
            <a:r>
              <a:rPr lang="hu-HU" sz="2800" dirty="0"/>
              <a:t>Introspektív rendezés (</a:t>
            </a:r>
            <a:r>
              <a:rPr lang="hu-HU" sz="2800" dirty="0" err="1"/>
              <a:t>Introsort</a:t>
            </a:r>
            <a:r>
              <a:rPr lang="hu-HU" sz="2800" dirty="0"/>
              <a:t>) (David </a:t>
            </a:r>
            <a:r>
              <a:rPr lang="hu-HU" sz="2800" dirty="0" err="1"/>
              <a:t>Musser</a:t>
            </a:r>
            <a:r>
              <a:rPr lang="hu-HU" sz="2800" dirty="0"/>
              <a:t>)</a:t>
            </a:r>
            <a:endParaRPr lang="hu-HU" sz="2800" i="0" u="none" strike="noStrike" baseline="0" dirty="0"/>
          </a:p>
          <a:p>
            <a:pPr>
              <a:buFont typeface="Wingdings" panose="05000000000000000000" pitchFamily="2" charset="2"/>
              <a:buChar char="Ø"/>
            </a:pPr>
            <a:r>
              <a:rPr lang="hu-HU" sz="2800" b="0" i="0" u="none" strike="noStrike" baseline="0" dirty="0"/>
              <a:t>Legrosszabb esetének javítása (</a:t>
            </a:r>
            <a:r>
              <a:rPr lang="el-GR" sz="2800" b="0" i="0" u="none" strike="noStrike" baseline="0" dirty="0"/>
              <a:t>Θ( </a:t>
            </a:r>
            <a:r>
              <a:rPr lang="hu-HU" sz="28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hu-HU" sz="2800" i="1" baseline="30000" dirty="0"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hu-HU" sz="2800" b="0" i="0" u="none" strike="noStrike" baseline="0" dirty="0"/>
              <a:t>) -&gt; </a:t>
            </a:r>
            <a:r>
              <a:rPr lang="el-GR" sz="2800" b="0" i="0" u="none" strike="noStrike" baseline="0" dirty="0"/>
              <a:t>Θ(</a:t>
            </a:r>
            <a:r>
              <a:rPr lang="hu-HU" sz="2800" b="0" i="1" u="none" strike="noStrike" baseline="0" dirty="0"/>
              <a:t>n</a:t>
            </a:r>
            <a:r>
              <a:rPr lang="hu-HU" sz="2800" b="0" i="0" u="none" strike="noStrike" baseline="0" dirty="0"/>
              <a:t> log </a:t>
            </a:r>
            <a:r>
              <a:rPr lang="hu-HU" sz="2800" b="0" i="1" u="none" strike="noStrike" baseline="0" dirty="0"/>
              <a:t>n</a:t>
            </a:r>
            <a:r>
              <a:rPr lang="hu-HU" sz="2800" b="0" i="0" u="none" strike="noStrike" baseline="0" dirty="0"/>
              <a:t>)) </a:t>
            </a:r>
          </a:p>
          <a:p>
            <a:pPr lvl="1"/>
            <a:r>
              <a:rPr lang="hu-HU" sz="2400" b="0" i="0" u="none" strike="noStrike" baseline="0" dirty="0"/>
              <a:t>rekurzív eljárásában: a rekurziós mélységet </a:t>
            </a:r>
            <a:r>
              <a:rPr lang="hu-HU" sz="2400" dirty="0"/>
              <a:t>figyelése</a:t>
            </a:r>
            <a:endParaRPr lang="hu-HU" sz="2400" b="0" i="0" u="none" strike="noStrike" baseline="0" dirty="0"/>
          </a:p>
          <a:p>
            <a:pPr lvl="1"/>
            <a:r>
              <a:rPr lang="hu-HU" sz="2400" b="0" i="0" u="none" strike="noStrike" baseline="0" dirty="0"/>
              <a:t>Bizonyos (pl. 2 log </a:t>
            </a:r>
            <a:r>
              <a:rPr lang="hu-HU" sz="2400" b="0" i="1" u="none" strike="noStrike" baseline="0" dirty="0"/>
              <a:t>n</a:t>
            </a:r>
            <a:r>
              <a:rPr lang="hu-HU" sz="2400" b="0" i="0" u="none" strike="noStrike" baseline="0" dirty="0"/>
              <a:t>) mélység meghaladásánál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400" b="0" i="0" u="none" strike="noStrike" baseline="0" dirty="0"/>
              <a:t> áttérünk valamelyik </a:t>
            </a:r>
            <a:r>
              <a:rPr lang="hu-HU" sz="2400" i="1" dirty="0"/>
              <a:t>M</a:t>
            </a:r>
            <a:r>
              <a:rPr lang="pt-BR" sz="2400" i="1" u="none" strike="noStrike" baseline="0" dirty="0"/>
              <a:t>T(n) </a:t>
            </a:r>
            <a:r>
              <a:rPr lang="pt-BR" sz="2400" u="none" strike="noStrike" baseline="0" dirty="0"/>
              <a:t>∈</a:t>
            </a:r>
            <a:r>
              <a:rPr lang="pt-BR" sz="2400" i="1" u="none" strike="noStrike" baseline="0" dirty="0"/>
              <a:t> Θ(n log n)</a:t>
            </a:r>
            <a:r>
              <a:rPr lang="pt-BR" sz="2400" b="1" i="1" u="none" strike="noStrike" baseline="0" dirty="0"/>
              <a:t> </a:t>
            </a:r>
            <a:r>
              <a:rPr lang="hu-HU" sz="2400" b="0" i="0" u="none" strike="noStrike" baseline="0" dirty="0"/>
              <a:t>gyors rendezésre</a:t>
            </a:r>
            <a:br>
              <a:rPr lang="hu-HU" sz="2400" b="0" i="0" u="none" strike="noStrike" baseline="0" dirty="0"/>
            </a:br>
            <a:r>
              <a:rPr lang="hu-HU" sz="2400" b="0" i="0" u="none" strike="noStrike" baseline="0" dirty="0"/>
              <a:t> (pl. </a:t>
            </a:r>
            <a:r>
              <a:rPr lang="hu-HU" sz="2400" b="0" i="0" u="none" strike="noStrike" baseline="0" dirty="0" err="1"/>
              <a:t>heap</a:t>
            </a:r>
            <a:r>
              <a:rPr lang="hu-HU" sz="2400" b="0" i="0" u="none" strike="noStrike" baseline="0" dirty="0"/>
              <a:t>, </a:t>
            </a:r>
            <a:r>
              <a:rPr lang="hu-HU" sz="2400" b="0" i="0" u="none" strike="noStrike" baseline="0" dirty="0" err="1"/>
              <a:t>merge</a:t>
            </a:r>
            <a:r>
              <a:rPr lang="hu-HU" sz="2400" b="0" i="0" u="none" strike="noStrike" baseline="0" dirty="0"/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endParaRPr lang="hu-HU" sz="2800" dirty="0"/>
          </a:p>
        </p:txBody>
      </p:sp>
      <p:sp>
        <p:nvSpPr>
          <p:cNvPr id="11" name="Nyíl: vágott, jobbra mutató 10">
            <a:extLst>
              <a:ext uri="{FF2B5EF4-FFF2-40B4-BE49-F238E27FC236}">
                <a16:creationId xmlns:a16="http://schemas.microsoft.com/office/drawing/2014/main" id="{BC3CE0E3-0562-6D79-330D-2BE0AF5CE7E6}"/>
              </a:ext>
            </a:extLst>
          </p:cNvPr>
          <p:cNvSpPr/>
          <p:nvPr/>
        </p:nvSpPr>
        <p:spPr>
          <a:xfrm>
            <a:off x="3677920" y="4429761"/>
            <a:ext cx="4368800" cy="2113280"/>
          </a:xfrm>
          <a:prstGeom prst="notchedRightArrow">
            <a:avLst>
              <a:gd name="adj1" fmla="val 63462"/>
              <a:gd name="adj2" fmla="val 5865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720725"/>
            <a:r>
              <a:rPr lang="hu-HU" sz="2400" dirty="0"/>
              <a:t>Quicksort </a:t>
            </a:r>
          </a:p>
          <a:p>
            <a:pPr marL="720725">
              <a:buFont typeface="Calibri" panose="020F0502020204030204" pitchFamily="34" charset="0"/>
              <a:buChar char="Ⴕ"/>
            </a:pPr>
            <a:r>
              <a:rPr lang="hu-HU" sz="2400" dirty="0"/>
              <a:t> </a:t>
            </a:r>
            <a:r>
              <a:rPr lang="hu-HU" sz="2400" dirty="0" err="1"/>
              <a:t>insertionSort</a:t>
            </a:r>
            <a:endParaRPr lang="hu-HU" sz="2400" dirty="0"/>
          </a:p>
          <a:p>
            <a:pPr marL="720725">
              <a:buFont typeface="Calibri" panose="020F0502020204030204" pitchFamily="34" charset="0"/>
              <a:buChar char="Ⴕ"/>
            </a:pPr>
            <a:r>
              <a:rPr lang="hu-HU" sz="2400" dirty="0"/>
              <a:t> </a:t>
            </a:r>
            <a:r>
              <a:rPr lang="hu-HU" sz="2400" dirty="0" err="1"/>
              <a:t>heapSort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41589682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85F5DA-7073-D6BF-ACB6-E01FBE7B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0" y="505693"/>
            <a:ext cx="6372224" cy="1336040"/>
          </a:xfrm>
        </p:spPr>
        <p:txBody>
          <a:bodyPr/>
          <a:lstStyle/>
          <a:p>
            <a:r>
              <a:rPr lang="hu-HU" dirty="0"/>
              <a:t>Vegyes gyorsrendezés algoritmusa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0EF1F85-E7C6-47C0-DB92-B15C366D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240" y="2189626"/>
            <a:ext cx="6653846" cy="115333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EC5CB92-AF3A-03A4-FD66-4DA1A967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323" y="3751175"/>
            <a:ext cx="7673461" cy="283037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4A3907B-04AB-14F1-00AD-6B06A2418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98" y="341336"/>
            <a:ext cx="4105848" cy="300079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993457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EA90C6-3B0B-F6AE-4BDE-AA91C0F5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001"/>
            <a:ext cx="10018713" cy="1417320"/>
          </a:xfrm>
        </p:spPr>
        <p:txBody>
          <a:bodyPr/>
          <a:lstStyle/>
          <a:p>
            <a:r>
              <a:rPr lang="pt-BR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Vegyes gyorsrendezés műveletigénye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541009-0A1B-E6FB-4597-F8DD72E8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51000"/>
            <a:ext cx="10018713" cy="355599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 a mélységi korlát elérésekor </a:t>
            </a:r>
            <a:r>
              <a:rPr lang="hu-HU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pt-BR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upacrendezésre</a:t>
            </a:r>
            <a:r>
              <a:rPr lang="pt-BR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váltunk</a:t>
            </a:r>
            <a:endParaRPr lang="hu-HU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előny: helyben rendez (</a:t>
            </a:r>
            <a:r>
              <a:rPr lang="pt-B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Θ 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(1) tárigény) ~ beszúró rendezés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Tárigény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Corbel" panose="020B0503020204020204" pitchFamily="34" charset="0"/>
              <a:buChar char="="/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 rekurziós mélység (pozitív együtthatós) lineáris függvényével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legjobb és a legrosszabb esetben is) </a:t>
            </a:r>
            <a:r>
              <a:rPr lang="pt-B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Θ 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(log n)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minimális és maximális tárigény: </a:t>
            </a:r>
            <a:r>
              <a:rPr lang="pt-B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Θ 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(log n)</a:t>
            </a:r>
          </a:p>
        </p:txBody>
      </p: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81C0918D-2B97-C269-2018-E117F5F0D2C1}"/>
              </a:ext>
            </a:extLst>
          </p:cNvPr>
          <p:cNvSpPr/>
          <p:nvPr/>
        </p:nvSpPr>
        <p:spPr>
          <a:xfrm>
            <a:off x="2570480" y="5151120"/>
            <a:ext cx="8137210" cy="151891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hu-HU" sz="2800" kern="100" baseline="-250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mixedQuicksort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MS</a:t>
            </a:r>
            <a:r>
              <a:rPr lang="hu-HU" sz="2800" kern="100" baseline="-250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mixedQuicksort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hu-HU" sz="2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Θ 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(log 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mT</a:t>
            </a:r>
            <a:r>
              <a:rPr lang="hu-HU" sz="2800" kern="100" baseline="-250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mixedQuicksort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hu-HU" sz="2800" i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MT</a:t>
            </a:r>
            <a:r>
              <a:rPr lang="hu-HU" sz="2800" kern="100" baseline="-250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mixedQuicksort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hu-HU" sz="28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Θ 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(n log 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3612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72B3-9683-216E-3D76-320A7525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7330EE-B1D8-6E7B-EC32-6754278A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30261"/>
            <a:ext cx="10018713" cy="1380924"/>
          </a:xfrm>
        </p:spPr>
        <p:txBody>
          <a:bodyPr>
            <a:noAutofit/>
          </a:bodyPr>
          <a:lstStyle/>
          <a:p>
            <a:r>
              <a:rPr lang="hu-HU" dirty="0"/>
              <a:t> A </a:t>
            </a:r>
            <a:r>
              <a:rPr lang="fr-FR" dirty="0"/>
              <a:t>gyorsrendezés</a:t>
            </a:r>
            <a:r>
              <a:rPr lang="hu-HU" dirty="0"/>
              <a:t> végrekurzió-optimalizált változata *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6C3492F-3C75-DC08-592F-322CAE92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471" y="3672228"/>
            <a:ext cx="3456167" cy="11639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BB6DB1-ADD7-235C-EA26-F1100BDB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718" y="2962210"/>
            <a:ext cx="4544490" cy="275787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96409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4E20B5-5518-E3FA-B1FF-FB7C6092C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321" y="205494"/>
            <a:ext cx="9570720" cy="942586"/>
          </a:xfrm>
        </p:spPr>
        <p:txBody>
          <a:bodyPr>
            <a:normAutofit fontScale="90000"/>
          </a:bodyPr>
          <a:lstStyle/>
          <a:p>
            <a:r>
              <a:rPr lang="hu-HU" b="1" dirty="0">
                <a:solidFill>
                  <a:srgbClr val="C00000"/>
                </a:solidFill>
              </a:rPr>
              <a:t>Timsort *</a:t>
            </a:r>
            <a:br>
              <a:rPr lang="hu-HU" b="1" dirty="0">
                <a:solidFill>
                  <a:srgbClr val="C00000"/>
                </a:solidFill>
              </a:rPr>
            </a:br>
            <a:r>
              <a:rPr lang="hu-HU" dirty="0"/>
              <a:t>A modern nyelvek alapértelmezett algoritmusa</a:t>
            </a:r>
            <a:endParaRPr lang="hu-HU" b="1" dirty="0">
              <a:solidFill>
                <a:srgbClr val="C00000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B4FF82-F666-F8B4-33E6-4EA1190E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520" y="1818641"/>
            <a:ext cx="4245498" cy="3972560"/>
          </a:xfrm>
        </p:spPr>
        <p:txBody>
          <a:bodyPr anchor="t">
            <a:noAutofit/>
          </a:bodyPr>
          <a:lstStyle/>
          <a:p>
            <a:r>
              <a:rPr lang="hu-HU" sz="2000" dirty="0"/>
              <a:t>hibrid, stabil rendezési algoritmus</a:t>
            </a:r>
          </a:p>
          <a:p>
            <a:r>
              <a:rPr lang="hu-HU" sz="2000" dirty="0"/>
              <a:t>Adaptív működés</a:t>
            </a:r>
          </a:p>
          <a:p>
            <a:r>
              <a:rPr lang="hu-HU" sz="2000" dirty="0"/>
              <a:t>Valós adatokra optimalizálva</a:t>
            </a:r>
          </a:p>
          <a:p>
            <a:r>
              <a:rPr lang="hu-HU" sz="2000" dirty="0"/>
              <a:t>A beszúrásos és a összefésüléses rendezés  elveit egyesíti</a:t>
            </a:r>
          </a:p>
          <a:p>
            <a:r>
              <a:rPr lang="hu-HU" sz="2000" dirty="0"/>
              <a:t>A már részben rendezett valós adatokon rendkívül gyorsan fut</a:t>
            </a:r>
          </a:p>
          <a:p>
            <a:r>
              <a:rPr lang="hu-HU" sz="2000" dirty="0"/>
              <a:t>Python és Java használja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3D69AF-1F83-8E19-70B9-16519FC5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458" y="1483360"/>
            <a:ext cx="6181100" cy="505305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A8875A0-C8F2-AF82-71B8-8AE21F669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654" y="3342894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21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B57C6-D023-0D91-50D5-CA9B18A6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11AF31-B3D9-8D61-D783-5533A55B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321" y="205494"/>
            <a:ext cx="9570720" cy="942586"/>
          </a:xfrm>
        </p:spPr>
        <p:txBody>
          <a:bodyPr>
            <a:normAutofit fontScale="90000"/>
          </a:bodyPr>
          <a:lstStyle/>
          <a:p>
            <a:r>
              <a:rPr lang="hu-HU" b="1" dirty="0">
                <a:solidFill>
                  <a:srgbClr val="C00000"/>
                </a:solidFill>
              </a:rPr>
              <a:t>Timsort *</a:t>
            </a:r>
            <a:br>
              <a:rPr lang="hu-HU" b="1" dirty="0">
                <a:solidFill>
                  <a:srgbClr val="C00000"/>
                </a:solidFill>
              </a:rPr>
            </a:br>
            <a:r>
              <a:rPr lang="hu-HU" dirty="0"/>
              <a:t>A modern nyelvek alapértelmezett algoritmusa</a:t>
            </a:r>
            <a:endParaRPr lang="hu-HU" b="1" dirty="0">
              <a:solidFill>
                <a:srgbClr val="C00000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845FA8A-E6BE-572D-C2B2-41B0B61E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034" y="1518721"/>
            <a:ext cx="9268811" cy="473493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26877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596BB3-3724-0E49-DA45-152A1EA2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686" y="138196"/>
            <a:ext cx="9275336" cy="976745"/>
          </a:xfrm>
        </p:spPr>
        <p:txBody>
          <a:bodyPr/>
          <a:lstStyle/>
          <a:p>
            <a:r>
              <a:rPr lang="hu-HU" dirty="0"/>
              <a:t>Timsort 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89E0BA-DEFA-F16F-4A51-D3027AF1A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996" y="713286"/>
            <a:ext cx="10018713" cy="9767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2800" b="1" dirty="0">
                <a:solidFill>
                  <a:srgbClr val="C00000"/>
                </a:solidFill>
              </a:rPr>
              <a:t>Motiváció: A való világ adatai nem véletlenszerűek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0F6EAE2-3169-FB23-C4C4-1FB0264A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86" y="1530273"/>
            <a:ext cx="9275335" cy="530019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905504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569BB7-944E-3F21-5064-0E998271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831" y="325591"/>
            <a:ext cx="10018713" cy="794588"/>
          </a:xfrm>
        </p:spPr>
        <p:txBody>
          <a:bodyPr/>
          <a:lstStyle/>
          <a:p>
            <a:r>
              <a:rPr lang="hu-HU" dirty="0"/>
              <a:t>Az ősök </a:t>
            </a:r>
            <a:r>
              <a:rPr lang="hu-HU" dirty="0" err="1"/>
              <a:t>korlátai</a:t>
            </a:r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1FF053A-D56A-1C0E-29C6-58C06EFB2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31" y="1219058"/>
            <a:ext cx="10140009" cy="434862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BD96F96-06D5-FB81-998D-23487C672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868" y="5737679"/>
            <a:ext cx="10021972" cy="865850"/>
          </a:xfrm>
          <a:prstGeom prst="roundRect">
            <a:avLst>
              <a:gd name="adj" fmla="val 24328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72610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Kép 34">
            <a:extLst>
              <a:ext uri="{FF2B5EF4-FFF2-40B4-BE49-F238E27FC236}">
                <a16:creationId xmlns:a16="http://schemas.microsoft.com/office/drawing/2014/main" id="{F475B85A-FF78-5436-7DF1-973169414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314" y="2157667"/>
            <a:ext cx="5414011" cy="462806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A47CF6F-27C2-43F3-AF69-E3D576363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39EB00CB-5B69-438D-944F-2E0382BA0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D931D9D-4C35-4CDF-BFF0-03DD03881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26D9B8E3-CFAB-4428-9D62-576BF978EB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F019DFF8-C5AB-45D0-8A70-627BFEF9A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548346E-CCE3-4C53-B753-ABF3C098B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C19E6868-EA25-4961-B0E5-EF4F9DD2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A4F8278E-DAE7-897C-948F-1DB8854A81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8" r="26665" b="-2"/>
          <a:stretch>
            <a:fillRect/>
          </a:stretch>
        </p:blipFill>
        <p:spPr>
          <a:xfrm>
            <a:off x="20" y="10"/>
            <a:ext cx="5448280" cy="685799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8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A9174D46-7609-F500-ED8A-B117167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2885" y="2041462"/>
            <a:ext cx="6524623" cy="9637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000" dirty="0" err="1"/>
              <a:t>Timsort</a:t>
            </a:r>
            <a:endParaRPr lang="en-US" sz="6000" dirty="0"/>
          </a:p>
        </p:txBody>
      </p:sp>
      <p:pic>
        <p:nvPicPr>
          <p:cNvPr id="33" name="Kép 32">
            <a:extLst>
              <a:ext uri="{FF2B5EF4-FFF2-40B4-BE49-F238E27FC236}">
                <a16:creationId xmlns:a16="http://schemas.microsoft.com/office/drawing/2014/main" id="{25F182A0-6C9E-D18B-EADF-59AC11D5B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07524"/>
            <a:ext cx="5399459" cy="644295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720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B9327D-4ABE-E4B1-2D29-F25671F5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13D7B3-43EB-0593-96CD-5805B35D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106" y="323778"/>
            <a:ext cx="4906998" cy="922283"/>
          </a:xfrm>
        </p:spPr>
        <p:txBody>
          <a:bodyPr/>
          <a:lstStyle/>
          <a:p>
            <a:r>
              <a:rPr lang="hu-HU" dirty="0"/>
              <a:t>Timsort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0325FD7-B053-33CA-6706-E9313EE3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04" y="323778"/>
            <a:ext cx="5399459" cy="644295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E1D200E-ECEF-81F2-BA9C-3EEF5D48A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87" y="1671148"/>
            <a:ext cx="5196417" cy="424197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70283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7A7FF2-BA83-ECBC-C539-B8C3FEA5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231" y="74267"/>
            <a:ext cx="10839769" cy="1209518"/>
          </a:xfrm>
        </p:spPr>
        <p:txBody>
          <a:bodyPr>
            <a:normAutofit/>
          </a:bodyPr>
          <a:lstStyle/>
          <a:p>
            <a:r>
              <a:rPr lang="hu-HU" sz="3600" dirty="0"/>
              <a:t>1. Lépés: Az adatok feldarabolása  (</a:t>
            </a:r>
            <a:r>
              <a:rPr lang="hu-HU" sz="3600" dirty="0" err="1"/>
              <a:t>Run</a:t>
            </a:r>
            <a:r>
              <a:rPr lang="hu-HU" sz="3600" dirty="0"/>
              <a:t>-ok felismerése)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E25042F-CC59-9A5A-6CEF-1B0C97BDA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57" y="3059663"/>
            <a:ext cx="9538366" cy="3541190"/>
          </a:xfrm>
          <a:prstGeom prst="roundRect">
            <a:avLst>
              <a:gd name="adj" fmla="val 9075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C39BA75-CEE7-914F-D0C1-4AF00A968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57" y="1160257"/>
            <a:ext cx="9538366" cy="1682695"/>
          </a:xfrm>
          <a:prstGeom prst="roundRect">
            <a:avLst>
              <a:gd name="adj" fmla="val 9075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134891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8148038D-5ACD-D6BC-72F2-003FC0B4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7045">
            <a:off x="2715136" y="887033"/>
            <a:ext cx="4312744" cy="336088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3B296A5-5437-A235-C0E0-795055C79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960" y="1117851"/>
            <a:ext cx="4639063" cy="55946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5B58964B-1503-A40D-30AF-E54406E56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57631">
            <a:off x="1746576" y="3987142"/>
            <a:ext cx="2914692" cy="276243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D1197DC-2A83-6FB6-8B09-FFF8F51C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61851"/>
            <a:ext cx="10018713" cy="1752599"/>
          </a:xfrm>
        </p:spPr>
        <p:txBody>
          <a:bodyPr/>
          <a:lstStyle/>
          <a:p>
            <a:r>
              <a:rPr lang="hu-HU" b="1" dirty="0">
                <a:solidFill>
                  <a:srgbClr val="C00000"/>
                </a:solidFill>
              </a:rPr>
              <a:t>A </a:t>
            </a:r>
            <a:r>
              <a:rPr lang="hu-HU" b="1" dirty="0" err="1">
                <a:solidFill>
                  <a:srgbClr val="C00000"/>
                </a:solidFill>
              </a:rPr>
              <a:t>Minrun</a:t>
            </a:r>
            <a:r>
              <a:rPr lang="hu-HU" b="1" dirty="0">
                <a:solidFill>
                  <a:srgbClr val="C00000"/>
                </a:solidFill>
              </a:rPr>
              <a:t> fogalma és a Cashe-optimalizáció</a:t>
            </a:r>
          </a:p>
        </p:txBody>
      </p:sp>
    </p:spTree>
    <p:extLst>
      <p:ext uri="{BB962C8B-B14F-4D97-AF65-F5344CB8AC3E}">
        <p14:creationId xmlns:p14="http://schemas.microsoft.com/office/powerpoint/2010/main" val="1604464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CD2437-0ADB-6796-8340-372F7B85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583" y="270164"/>
            <a:ext cx="10018713" cy="678071"/>
          </a:xfrm>
        </p:spPr>
        <p:txBody>
          <a:bodyPr>
            <a:normAutofit fontScale="90000"/>
          </a:bodyPr>
          <a:lstStyle/>
          <a:p>
            <a:r>
              <a:rPr lang="hu-HU" dirty="0"/>
              <a:t>Lokális rendezés: A beszúró rendezés reneszánsza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D300FC0A-48DF-A1B1-DCEC-64688F4F1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583" y="1235021"/>
            <a:ext cx="10489687" cy="518240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409158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A72CD6-B571-A3EB-58D2-89B79CF4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690" y="11813"/>
            <a:ext cx="10018710" cy="17525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000" dirty="0"/>
              <a:t>Globális rendezés: Adaptív Összefésülés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CB3790D-F9CC-3732-60C7-9454C567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395" y="1685441"/>
            <a:ext cx="5222946" cy="468210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FF277AE4-D438-A446-BE4A-2501734E8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305" y="1365551"/>
            <a:ext cx="4360717" cy="5001997"/>
          </a:xfrm>
          <a:prstGeom prst="roundRect">
            <a:avLst>
              <a:gd name="adj" fmla="val 8193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785982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90CE20-61D0-F926-1673-82D19BF8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029" y="30611"/>
            <a:ext cx="10018713" cy="1216572"/>
          </a:xfrm>
        </p:spPr>
        <p:txBody>
          <a:bodyPr/>
          <a:lstStyle/>
          <a:p>
            <a:r>
              <a:rPr lang="hu-HU" dirty="0"/>
              <a:t>A Veremszabályok (</a:t>
            </a:r>
            <a:r>
              <a:rPr lang="hu-HU" dirty="0" err="1"/>
              <a:t>Stack</a:t>
            </a:r>
            <a:r>
              <a:rPr lang="hu-HU" dirty="0"/>
              <a:t> </a:t>
            </a:r>
            <a:r>
              <a:rPr lang="hu-HU" dirty="0" err="1"/>
              <a:t>Invariants</a:t>
            </a:r>
            <a:r>
              <a:rPr lang="hu-HU" dirty="0"/>
              <a:t>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4BC9B42-A753-915D-CC1F-D9143C8C5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0875026">
            <a:off x="1331160" y="1521952"/>
            <a:ext cx="5360453" cy="178126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4ED3B76-0F14-0F5B-C1B0-272CD8870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82846">
            <a:off x="1106206" y="4333702"/>
            <a:ext cx="5698212" cy="18569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D76FA35-356F-0C0C-C3F8-2D083D1C2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28" y="2543504"/>
            <a:ext cx="4748420" cy="264554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67118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33CA00-E294-ED16-D755-68608191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64021"/>
          </a:xfrm>
        </p:spPr>
        <p:txBody>
          <a:bodyPr/>
          <a:lstStyle/>
          <a:p>
            <a:r>
              <a:rPr lang="hu-HU" dirty="0"/>
              <a:t>A Timsort intelligens futószalagja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17DEEAC-E659-6D2C-3DFA-5D7396BE3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060" y="1883979"/>
            <a:ext cx="9077201" cy="442222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531801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CD6E76-D29A-5628-3C49-5B0A8586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884" y="286407"/>
            <a:ext cx="10018713" cy="1185041"/>
          </a:xfrm>
        </p:spPr>
        <p:txBody>
          <a:bodyPr/>
          <a:lstStyle/>
          <a:p>
            <a:r>
              <a:rPr lang="hu-HU" dirty="0"/>
              <a:t>Adaptív és stabil összefésülés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38FB53-20DB-579E-674F-C8471550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059" y="1641572"/>
            <a:ext cx="9560538" cy="444391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208855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8CE515-992B-D034-4DBD-3110222C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057" y="286789"/>
            <a:ext cx="10707689" cy="1373173"/>
          </a:xfrm>
        </p:spPr>
        <p:txBody>
          <a:bodyPr>
            <a:normAutofit/>
          </a:bodyPr>
          <a:lstStyle/>
          <a:p>
            <a:r>
              <a:rPr lang="hu-HU" dirty="0"/>
              <a:t>A probléma: </a:t>
            </a:r>
            <a:br>
              <a:rPr lang="hu-HU" dirty="0"/>
            </a:br>
            <a:r>
              <a:rPr lang="hu-HU" dirty="0"/>
              <a:t>Lassú összefésülés egyenlőtlen futásoknál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896EFA0-FDF5-214E-27C4-18F01C051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933" y="1925970"/>
            <a:ext cx="5542532" cy="18249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46F80D5-52EB-574F-2397-FCC599AFF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99" y="4341490"/>
            <a:ext cx="10188152" cy="182498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840879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65F2D1-F48A-141B-C383-DE7C47EE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431" y="0"/>
            <a:ext cx="10018713" cy="1234440"/>
          </a:xfrm>
        </p:spPr>
        <p:txBody>
          <a:bodyPr/>
          <a:lstStyle/>
          <a:p>
            <a:r>
              <a:rPr lang="hu-HU" dirty="0"/>
              <a:t>A megoldás: Vágta mód (</a:t>
            </a:r>
            <a:r>
              <a:rPr lang="hu-HU" dirty="0" err="1"/>
              <a:t>Galloping</a:t>
            </a:r>
            <a:r>
              <a:rPr lang="hu-HU" dirty="0"/>
              <a:t> </a:t>
            </a:r>
            <a:r>
              <a:rPr lang="hu-HU" dirty="0" err="1"/>
              <a:t>Mode</a:t>
            </a:r>
            <a:r>
              <a:rPr lang="hu-HU" dirty="0"/>
              <a:t>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7774996-0E94-3BCB-6741-D1676702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974" y="1461706"/>
            <a:ext cx="8209792" cy="252101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6171523-1E50-1B57-54DC-0FEEAB5ED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05" y="4484102"/>
            <a:ext cx="3446159" cy="177278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6F0CBF4-E6B0-F5AB-0454-42D2F162B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285" y="4484102"/>
            <a:ext cx="3403741" cy="179820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5B7580F-718F-69F9-3099-3B2E18642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047" y="4474740"/>
            <a:ext cx="3291353" cy="178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550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2258232F-956B-3CC7-ACB9-847BCB043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423" y="2027819"/>
            <a:ext cx="3300459" cy="476466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CC76453-5CA1-C290-54D3-F173D412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362" y="-178322"/>
            <a:ext cx="10018713" cy="1305455"/>
          </a:xfrm>
        </p:spPr>
        <p:txBody>
          <a:bodyPr/>
          <a:lstStyle/>
          <a:p>
            <a:r>
              <a:rPr lang="hu-HU" b="1" dirty="0">
                <a:solidFill>
                  <a:srgbClr val="C00000"/>
                </a:solidFill>
              </a:rPr>
              <a:t>Timsort: A Komplexitás Mérlege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7B598CA-7CD1-55F2-56A4-8964F57E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5746">
            <a:off x="1137729" y="954341"/>
            <a:ext cx="3342432" cy="47054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3EDA73A-7EF4-2DC9-F4DE-3BB1226E1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89934">
            <a:off x="8063528" y="908720"/>
            <a:ext cx="3372469" cy="474065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32057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C2FD16-115B-8035-916F-A743EBF8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53814"/>
          </a:xfrm>
        </p:spPr>
        <p:txBody>
          <a:bodyPr/>
          <a:lstStyle/>
          <a:p>
            <a:r>
              <a:rPr lang="hu-HU" dirty="0"/>
              <a:t>Ahol a Timsort a világot hajtja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F06B8A3-EDCA-7E05-AF02-73A90058E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648" y="1929347"/>
            <a:ext cx="8957132" cy="424285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380083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20C0F7-9329-7B8D-F431-12A6CC3E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28040"/>
          </a:xfrm>
        </p:spPr>
        <p:txBody>
          <a:bodyPr/>
          <a:lstStyle/>
          <a:p>
            <a:r>
              <a:rPr lang="hu-HU" dirty="0"/>
              <a:t>Timsort </a:t>
            </a:r>
            <a:r>
              <a:rPr lang="hu-HU" dirty="0" err="1"/>
              <a:t>pszeudókód</a:t>
            </a:r>
            <a:endParaRPr lang="hu-HU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C5B1579-D0C8-E9CD-9177-2FD467B1D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819" y="1440703"/>
            <a:ext cx="3723200" cy="464513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7C89419-994E-5725-1339-3E3126B3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978" y="2360220"/>
            <a:ext cx="2934974" cy="37256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B41C8F29-9D63-320B-A000-E134B2DD7143}"/>
              </a:ext>
            </a:extLst>
          </p:cNvPr>
          <p:cNvSpPr txBox="1"/>
          <p:nvPr/>
        </p:nvSpPr>
        <p:spPr>
          <a:xfrm>
            <a:off x="5912994" y="1524534"/>
            <a:ext cx="213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/>
              <a:t>Run</a:t>
            </a:r>
            <a:r>
              <a:rPr lang="hu-HU" sz="2800" dirty="0"/>
              <a:t> keresése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3FC68DA-94A0-8E59-0C5D-E1CB7BB0261E}"/>
              </a:ext>
            </a:extLst>
          </p:cNvPr>
          <p:cNvSpPr txBox="1"/>
          <p:nvPr/>
        </p:nvSpPr>
        <p:spPr>
          <a:xfrm>
            <a:off x="9125870" y="1406114"/>
            <a:ext cx="22204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 dirty="0" err="1"/>
              <a:t>Insertion</a:t>
            </a:r>
            <a:r>
              <a:rPr lang="hu-HU" sz="2800" dirty="0"/>
              <a:t> sort </a:t>
            </a:r>
          </a:p>
          <a:p>
            <a:pPr algn="ctr"/>
            <a:r>
              <a:rPr lang="hu-HU" sz="2800" dirty="0"/>
              <a:t>kis rutinokra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9681AED3-0E4C-1FB8-B2E5-309B7FA30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110" y="2438399"/>
            <a:ext cx="3208555" cy="296268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87242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7D63DD-68A6-EE4B-4331-576A9C6F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780" y="300655"/>
            <a:ext cx="8604569" cy="1468119"/>
          </a:xfrm>
        </p:spPr>
        <p:txBody>
          <a:bodyPr>
            <a:normAutofit/>
          </a:bodyPr>
          <a:lstStyle/>
          <a:p>
            <a:r>
              <a:rPr lang="hu-HU" dirty="0"/>
              <a:t>Egyszerűsített C# implementáció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F0E074CB-11C1-8D90-9CFA-824BE3C66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42049">
            <a:off x="1470119" y="2199930"/>
            <a:ext cx="4510239" cy="3919893"/>
          </a:xfrm>
          <a:custGeom>
            <a:avLst/>
            <a:gdLst>
              <a:gd name="csX0" fmla="*/ 0 w 4510239"/>
              <a:gd name="csY0" fmla="*/ 0 h 3919893"/>
              <a:gd name="csX1" fmla="*/ 608882 w 4510239"/>
              <a:gd name="csY1" fmla="*/ 0 h 3919893"/>
              <a:gd name="csX2" fmla="*/ 1127560 w 4510239"/>
              <a:gd name="csY2" fmla="*/ 0 h 3919893"/>
              <a:gd name="csX3" fmla="*/ 1736442 w 4510239"/>
              <a:gd name="csY3" fmla="*/ 0 h 3919893"/>
              <a:gd name="csX4" fmla="*/ 2300222 w 4510239"/>
              <a:gd name="csY4" fmla="*/ 0 h 3919893"/>
              <a:gd name="csX5" fmla="*/ 2773797 w 4510239"/>
              <a:gd name="csY5" fmla="*/ 0 h 3919893"/>
              <a:gd name="csX6" fmla="*/ 3202270 w 4510239"/>
              <a:gd name="csY6" fmla="*/ 0 h 3919893"/>
              <a:gd name="csX7" fmla="*/ 3811152 w 4510239"/>
              <a:gd name="csY7" fmla="*/ 0 h 3919893"/>
              <a:gd name="csX8" fmla="*/ 4510239 w 4510239"/>
              <a:gd name="csY8" fmla="*/ 0 h 3919893"/>
              <a:gd name="csX9" fmla="*/ 4510239 w 4510239"/>
              <a:gd name="csY9" fmla="*/ 481587 h 3919893"/>
              <a:gd name="csX10" fmla="*/ 4510239 w 4510239"/>
              <a:gd name="csY10" fmla="*/ 963174 h 3919893"/>
              <a:gd name="csX11" fmla="*/ 4510239 w 4510239"/>
              <a:gd name="csY11" fmla="*/ 1405562 h 3919893"/>
              <a:gd name="csX12" fmla="*/ 4510239 w 4510239"/>
              <a:gd name="csY12" fmla="*/ 1926347 h 3919893"/>
              <a:gd name="csX13" fmla="*/ 4510239 w 4510239"/>
              <a:gd name="csY13" fmla="*/ 2525531 h 3919893"/>
              <a:gd name="csX14" fmla="*/ 4510239 w 4510239"/>
              <a:gd name="csY14" fmla="*/ 3046317 h 3919893"/>
              <a:gd name="csX15" fmla="*/ 4510239 w 4510239"/>
              <a:gd name="csY15" fmla="*/ 3919893 h 3919893"/>
              <a:gd name="csX16" fmla="*/ 3946459 w 4510239"/>
              <a:gd name="csY16" fmla="*/ 3919893 h 3919893"/>
              <a:gd name="csX17" fmla="*/ 3292474 w 4510239"/>
              <a:gd name="csY17" fmla="*/ 3919893 h 3919893"/>
              <a:gd name="csX18" fmla="*/ 2638490 w 4510239"/>
              <a:gd name="csY18" fmla="*/ 3919893 h 3919893"/>
              <a:gd name="csX19" fmla="*/ 2029608 w 4510239"/>
              <a:gd name="csY19" fmla="*/ 3919893 h 3919893"/>
              <a:gd name="csX20" fmla="*/ 1420725 w 4510239"/>
              <a:gd name="csY20" fmla="*/ 3919893 h 3919893"/>
              <a:gd name="csX21" fmla="*/ 902048 w 4510239"/>
              <a:gd name="csY21" fmla="*/ 3919893 h 3919893"/>
              <a:gd name="csX22" fmla="*/ 0 w 4510239"/>
              <a:gd name="csY22" fmla="*/ 3919893 h 3919893"/>
              <a:gd name="csX23" fmla="*/ 0 w 4510239"/>
              <a:gd name="csY23" fmla="*/ 3359908 h 3919893"/>
              <a:gd name="csX24" fmla="*/ 0 w 4510239"/>
              <a:gd name="csY24" fmla="*/ 2799924 h 3919893"/>
              <a:gd name="csX25" fmla="*/ 0 w 4510239"/>
              <a:gd name="csY25" fmla="*/ 2161541 h 3919893"/>
              <a:gd name="csX26" fmla="*/ 0 w 4510239"/>
              <a:gd name="csY26" fmla="*/ 1679954 h 3919893"/>
              <a:gd name="csX27" fmla="*/ 0 w 4510239"/>
              <a:gd name="csY27" fmla="*/ 1198367 h 3919893"/>
              <a:gd name="csX28" fmla="*/ 0 w 4510239"/>
              <a:gd name="csY28" fmla="*/ 638383 h 3919893"/>
              <a:gd name="csX29" fmla="*/ 0 w 4510239"/>
              <a:gd name="csY29" fmla="*/ 0 h 3919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510239" h="3919893" fill="none" extrusionOk="0">
                <a:moveTo>
                  <a:pt x="0" y="0"/>
                </a:moveTo>
                <a:cubicBezTo>
                  <a:pt x="174603" y="-39249"/>
                  <a:pt x="363433" y="69859"/>
                  <a:pt x="608882" y="0"/>
                </a:cubicBezTo>
                <a:cubicBezTo>
                  <a:pt x="854331" y="-69859"/>
                  <a:pt x="977059" y="52381"/>
                  <a:pt x="1127560" y="0"/>
                </a:cubicBezTo>
                <a:cubicBezTo>
                  <a:pt x="1278061" y="-52381"/>
                  <a:pt x="1579891" y="62152"/>
                  <a:pt x="1736442" y="0"/>
                </a:cubicBezTo>
                <a:cubicBezTo>
                  <a:pt x="1892993" y="-62152"/>
                  <a:pt x="2026091" y="45261"/>
                  <a:pt x="2300222" y="0"/>
                </a:cubicBezTo>
                <a:cubicBezTo>
                  <a:pt x="2574353" y="-45261"/>
                  <a:pt x="2597554" y="12177"/>
                  <a:pt x="2773797" y="0"/>
                </a:cubicBezTo>
                <a:cubicBezTo>
                  <a:pt x="2950040" y="-12177"/>
                  <a:pt x="3024941" y="1683"/>
                  <a:pt x="3202270" y="0"/>
                </a:cubicBezTo>
                <a:cubicBezTo>
                  <a:pt x="3379599" y="-1683"/>
                  <a:pt x="3561331" y="43486"/>
                  <a:pt x="3811152" y="0"/>
                </a:cubicBezTo>
                <a:cubicBezTo>
                  <a:pt x="4060973" y="-43486"/>
                  <a:pt x="4274798" y="44746"/>
                  <a:pt x="4510239" y="0"/>
                </a:cubicBezTo>
                <a:cubicBezTo>
                  <a:pt x="4538429" y="134898"/>
                  <a:pt x="4499291" y="298231"/>
                  <a:pt x="4510239" y="481587"/>
                </a:cubicBezTo>
                <a:cubicBezTo>
                  <a:pt x="4521187" y="664943"/>
                  <a:pt x="4495019" y="793360"/>
                  <a:pt x="4510239" y="963174"/>
                </a:cubicBezTo>
                <a:cubicBezTo>
                  <a:pt x="4525459" y="1132988"/>
                  <a:pt x="4466834" y="1229605"/>
                  <a:pt x="4510239" y="1405562"/>
                </a:cubicBezTo>
                <a:cubicBezTo>
                  <a:pt x="4553644" y="1581519"/>
                  <a:pt x="4483086" y="1744259"/>
                  <a:pt x="4510239" y="1926347"/>
                </a:cubicBezTo>
                <a:cubicBezTo>
                  <a:pt x="4537392" y="2108436"/>
                  <a:pt x="4476639" y="2325166"/>
                  <a:pt x="4510239" y="2525531"/>
                </a:cubicBezTo>
                <a:cubicBezTo>
                  <a:pt x="4543839" y="2725896"/>
                  <a:pt x="4506035" y="2883147"/>
                  <a:pt x="4510239" y="3046317"/>
                </a:cubicBezTo>
                <a:cubicBezTo>
                  <a:pt x="4514443" y="3209487"/>
                  <a:pt x="4431405" y="3701928"/>
                  <a:pt x="4510239" y="3919893"/>
                </a:cubicBezTo>
                <a:cubicBezTo>
                  <a:pt x="4345165" y="3941878"/>
                  <a:pt x="4083545" y="3860324"/>
                  <a:pt x="3946459" y="3919893"/>
                </a:cubicBezTo>
                <a:cubicBezTo>
                  <a:pt x="3809373" y="3979462"/>
                  <a:pt x="3442041" y="3861069"/>
                  <a:pt x="3292474" y="3919893"/>
                </a:cubicBezTo>
                <a:cubicBezTo>
                  <a:pt x="3142908" y="3978717"/>
                  <a:pt x="2851762" y="3860761"/>
                  <a:pt x="2638490" y="3919893"/>
                </a:cubicBezTo>
                <a:cubicBezTo>
                  <a:pt x="2425218" y="3979025"/>
                  <a:pt x="2314269" y="3863164"/>
                  <a:pt x="2029608" y="3919893"/>
                </a:cubicBezTo>
                <a:cubicBezTo>
                  <a:pt x="1744947" y="3976622"/>
                  <a:pt x="1675238" y="3882255"/>
                  <a:pt x="1420725" y="3919893"/>
                </a:cubicBezTo>
                <a:cubicBezTo>
                  <a:pt x="1166212" y="3957531"/>
                  <a:pt x="1052388" y="3909789"/>
                  <a:pt x="902048" y="3919893"/>
                </a:cubicBezTo>
                <a:cubicBezTo>
                  <a:pt x="751708" y="3929997"/>
                  <a:pt x="242797" y="3841103"/>
                  <a:pt x="0" y="3919893"/>
                </a:cubicBezTo>
                <a:cubicBezTo>
                  <a:pt x="-21323" y="3800124"/>
                  <a:pt x="62682" y="3499744"/>
                  <a:pt x="0" y="3359908"/>
                </a:cubicBezTo>
                <a:cubicBezTo>
                  <a:pt x="-62682" y="3220073"/>
                  <a:pt x="15629" y="3053168"/>
                  <a:pt x="0" y="2799924"/>
                </a:cubicBezTo>
                <a:cubicBezTo>
                  <a:pt x="-15629" y="2546680"/>
                  <a:pt x="57063" y="2337168"/>
                  <a:pt x="0" y="2161541"/>
                </a:cubicBezTo>
                <a:cubicBezTo>
                  <a:pt x="-57063" y="1985914"/>
                  <a:pt x="47297" y="1791328"/>
                  <a:pt x="0" y="1679954"/>
                </a:cubicBezTo>
                <a:cubicBezTo>
                  <a:pt x="-47297" y="1568580"/>
                  <a:pt x="52382" y="1342432"/>
                  <a:pt x="0" y="1198367"/>
                </a:cubicBezTo>
                <a:cubicBezTo>
                  <a:pt x="-52382" y="1054302"/>
                  <a:pt x="5392" y="760593"/>
                  <a:pt x="0" y="638383"/>
                </a:cubicBezTo>
                <a:cubicBezTo>
                  <a:pt x="-5392" y="516173"/>
                  <a:pt x="4689" y="146660"/>
                  <a:pt x="0" y="0"/>
                </a:cubicBezTo>
                <a:close/>
              </a:path>
              <a:path w="4510239" h="3919893" stroke="0" extrusionOk="0">
                <a:moveTo>
                  <a:pt x="0" y="0"/>
                </a:moveTo>
                <a:cubicBezTo>
                  <a:pt x="303440" y="-38110"/>
                  <a:pt x="390239" y="25332"/>
                  <a:pt x="653985" y="0"/>
                </a:cubicBezTo>
                <a:cubicBezTo>
                  <a:pt x="917731" y="-25332"/>
                  <a:pt x="975497" y="60569"/>
                  <a:pt x="1172662" y="0"/>
                </a:cubicBezTo>
                <a:cubicBezTo>
                  <a:pt x="1369827" y="-60569"/>
                  <a:pt x="1589374" y="60784"/>
                  <a:pt x="1736442" y="0"/>
                </a:cubicBezTo>
                <a:cubicBezTo>
                  <a:pt x="1883510" y="-60784"/>
                  <a:pt x="2065138" y="37790"/>
                  <a:pt x="2300222" y="0"/>
                </a:cubicBezTo>
                <a:cubicBezTo>
                  <a:pt x="2535306" y="-37790"/>
                  <a:pt x="2673258" y="73551"/>
                  <a:pt x="2954207" y="0"/>
                </a:cubicBezTo>
                <a:cubicBezTo>
                  <a:pt x="3235157" y="-73551"/>
                  <a:pt x="3395359" y="31559"/>
                  <a:pt x="3608191" y="0"/>
                </a:cubicBezTo>
                <a:cubicBezTo>
                  <a:pt x="3821023" y="-31559"/>
                  <a:pt x="4161579" y="22595"/>
                  <a:pt x="4510239" y="0"/>
                </a:cubicBezTo>
                <a:cubicBezTo>
                  <a:pt x="4560763" y="148033"/>
                  <a:pt x="4472884" y="309425"/>
                  <a:pt x="4510239" y="520786"/>
                </a:cubicBezTo>
                <a:cubicBezTo>
                  <a:pt x="4547594" y="732147"/>
                  <a:pt x="4460229" y="868432"/>
                  <a:pt x="4510239" y="1002373"/>
                </a:cubicBezTo>
                <a:cubicBezTo>
                  <a:pt x="4560249" y="1136314"/>
                  <a:pt x="4460628" y="1314420"/>
                  <a:pt x="4510239" y="1483959"/>
                </a:cubicBezTo>
                <a:cubicBezTo>
                  <a:pt x="4559850" y="1653498"/>
                  <a:pt x="4490810" y="1861707"/>
                  <a:pt x="4510239" y="2122342"/>
                </a:cubicBezTo>
                <a:cubicBezTo>
                  <a:pt x="4529668" y="2382977"/>
                  <a:pt x="4492847" y="2394956"/>
                  <a:pt x="4510239" y="2603929"/>
                </a:cubicBezTo>
                <a:cubicBezTo>
                  <a:pt x="4527631" y="2812902"/>
                  <a:pt x="4474278" y="2921781"/>
                  <a:pt x="4510239" y="3163914"/>
                </a:cubicBezTo>
                <a:cubicBezTo>
                  <a:pt x="4546200" y="3406048"/>
                  <a:pt x="4478174" y="3605914"/>
                  <a:pt x="4510239" y="3919893"/>
                </a:cubicBezTo>
                <a:cubicBezTo>
                  <a:pt x="4247887" y="3946611"/>
                  <a:pt x="4127539" y="3916430"/>
                  <a:pt x="3856254" y="3919893"/>
                </a:cubicBezTo>
                <a:cubicBezTo>
                  <a:pt x="3584970" y="3923356"/>
                  <a:pt x="3397008" y="3861100"/>
                  <a:pt x="3247372" y="3919893"/>
                </a:cubicBezTo>
                <a:cubicBezTo>
                  <a:pt x="3097736" y="3978686"/>
                  <a:pt x="2848472" y="3857532"/>
                  <a:pt x="2638490" y="3919893"/>
                </a:cubicBezTo>
                <a:cubicBezTo>
                  <a:pt x="2428508" y="3982254"/>
                  <a:pt x="2414721" y="3877087"/>
                  <a:pt x="2210017" y="3919893"/>
                </a:cubicBezTo>
                <a:cubicBezTo>
                  <a:pt x="2005313" y="3962699"/>
                  <a:pt x="1880577" y="3914300"/>
                  <a:pt x="1781544" y="3919893"/>
                </a:cubicBezTo>
                <a:cubicBezTo>
                  <a:pt x="1682511" y="3925486"/>
                  <a:pt x="1548749" y="3914834"/>
                  <a:pt x="1353072" y="3919893"/>
                </a:cubicBezTo>
                <a:cubicBezTo>
                  <a:pt x="1157395" y="3924952"/>
                  <a:pt x="1050465" y="3884915"/>
                  <a:pt x="924599" y="3919893"/>
                </a:cubicBezTo>
                <a:cubicBezTo>
                  <a:pt x="798733" y="3954871"/>
                  <a:pt x="399011" y="3886412"/>
                  <a:pt x="0" y="3919893"/>
                </a:cubicBezTo>
                <a:cubicBezTo>
                  <a:pt x="-16388" y="3669213"/>
                  <a:pt x="37758" y="3593715"/>
                  <a:pt x="0" y="3359908"/>
                </a:cubicBezTo>
                <a:cubicBezTo>
                  <a:pt x="-37758" y="3126101"/>
                  <a:pt x="46130" y="2920716"/>
                  <a:pt x="0" y="2799924"/>
                </a:cubicBezTo>
                <a:cubicBezTo>
                  <a:pt x="-46130" y="2679132"/>
                  <a:pt x="44638" y="2454757"/>
                  <a:pt x="0" y="2239939"/>
                </a:cubicBezTo>
                <a:cubicBezTo>
                  <a:pt x="-44638" y="2025121"/>
                  <a:pt x="8643" y="1917243"/>
                  <a:pt x="0" y="1640755"/>
                </a:cubicBezTo>
                <a:cubicBezTo>
                  <a:pt x="-8643" y="1364267"/>
                  <a:pt x="19443" y="1361062"/>
                  <a:pt x="0" y="1198367"/>
                </a:cubicBezTo>
                <a:cubicBezTo>
                  <a:pt x="-19443" y="1035672"/>
                  <a:pt x="48133" y="852648"/>
                  <a:pt x="0" y="638383"/>
                </a:cubicBezTo>
                <a:cubicBezTo>
                  <a:pt x="-48133" y="424118"/>
                  <a:pt x="20614" y="26752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D7338F7D-5F93-7A00-553F-598CF3C09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37804">
            <a:off x="7065559" y="1891763"/>
            <a:ext cx="5158799" cy="3921177"/>
          </a:xfrm>
          <a:custGeom>
            <a:avLst/>
            <a:gdLst>
              <a:gd name="csX0" fmla="*/ 0 w 5158799"/>
              <a:gd name="csY0" fmla="*/ 0 h 3921177"/>
              <a:gd name="csX1" fmla="*/ 521612 w 5158799"/>
              <a:gd name="csY1" fmla="*/ 0 h 3921177"/>
              <a:gd name="csX2" fmla="*/ 991636 w 5158799"/>
              <a:gd name="csY2" fmla="*/ 0 h 3921177"/>
              <a:gd name="csX3" fmla="*/ 1410072 w 5158799"/>
              <a:gd name="csY3" fmla="*/ 0 h 3921177"/>
              <a:gd name="csX4" fmla="*/ 2034860 w 5158799"/>
              <a:gd name="csY4" fmla="*/ 0 h 3921177"/>
              <a:gd name="csX5" fmla="*/ 2659647 w 5158799"/>
              <a:gd name="csY5" fmla="*/ 0 h 3921177"/>
              <a:gd name="csX6" fmla="*/ 3129671 w 5158799"/>
              <a:gd name="csY6" fmla="*/ 0 h 3921177"/>
              <a:gd name="csX7" fmla="*/ 3548107 w 5158799"/>
              <a:gd name="csY7" fmla="*/ 0 h 3921177"/>
              <a:gd name="csX8" fmla="*/ 4018131 w 5158799"/>
              <a:gd name="csY8" fmla="*/ 0 h 3921177"/>
              <a:gd name="csX9" fmla="*/ 5158799 w 5158799"/>
              <a:gd name="csY9" fmla="*/ 0 h 3921177"/>
              <a:gd name="csX10" fmla="*/ 5158799 w 5158799"/>
              <a:gd name="csY10" fmla="*/ 442533 h 3921177"/>
              <a:gd name="csX11" fmla="*/ 5158799 w 5158799"/>
              <a:gd name="csY11" fmla="*/ 963489 h 3921177"/>
              <a:gd name="csX12" fmla="*/ 5158799 w 5158799"/>
              <a:gd name="csY12" fmla="*/ 1602081 h 3921177"/>
              <a:gd name="csX13" fmla="*/ 5158799 w 5158799"/>
              <a:gd name="csY13" fmla="*/ 2162249 h 3921177"/>
              <a:gd name="csX14" fmla="*/ 5158799 w 5158799"/>
              <a:gd name="csY14" fmla="*/ 2761629 h 3921177"/>
              <a:gd name="csX15" fmla="*/ 5158799 w 5158799"/>
              <a:gd name="csY15" fmla="*/ 3361009 h 3921177"/>
              <a:gd name="csX16" fmla="*/ 5158799 w 5158799"/>
              <a:gd name="csY16" fmla="*/ 3921177 h 3921177"/>
              <a:gd name="csX17" fmla="*/ 4740363 w 5158799"/>
              <a:gd name="csY17" fmla="*/ 3921177 h 3921177"/>
              <a:gd name="csX18" fmla="*/ 4218751 w 5158799"/>
              <a:gd name="csY18" fmla="*/ 3921177 h 3921177"/>
              <a:gd name="csX19" fmla="*/ 3593963 w 5158799"/>
              <a:gd name="csY19" fmla="*/ 3921177 h 3921177"/>
              <a:gd name="csX20" fmla="*/ 3020763 w 5158799"/>
              <a:gd name="csY20" fmla="*/ 3921177 h 3921177"/>
              <a:gd name="csX21" fmla="*/ 2602327 w 5158799"/>
              <a:gd name="csY21" fmla="*/ 3921177 h 3921177"/>
              <a:gd name="csX22" fmla="*/ 1977540 w 5158799"/>
              <a:gd name="csY22" fmla="*/ 3921177 h 3921177"/>
              <a:gd name="csX23" fmla="*/ 1455928 w 5158799"/>
              <a:gd name="csY23" fmla="*/ 3921177 h 3921177"/>
              <a:gd name="csX24" fmla="*/ 779552 w 5158799"/>
              <a:gd name="csY24" fmla="*/ 3921177 h 3921177"/>
              <a:gd name="csX25" fmla="*/ 0 w 5158799"/>
              <a:gd name="csY25" fmla="*/ 3921177 h 3921177"/>
              <a:gd name="csX26" fmla="*/ 0 w 5158799"/>
              <a:gd name="csY26" fmla="*/ 3439432 h 3921177"/>
              <a:gd name="csX27" fmla="*/ 0 w 5158799"/>
              <a:gd name="csY27" fmla="*/ 2957688 h 3921177"/>
              <a:gd name="csX28" fmla="*/ 0 w 5158799"/>
              <a:gd name="csY28" fmla="*/ 2436731 h 3921177"/>
              <a:gd name="csX29" fmla="*/ 0 w 5158799"/>
              <a:gd name="csY29" fmla="*/ 1837352 h 3921177"/>
              <a:gd name="csX30" fmla="*/ 0 w 5158799"/>
              <a:gd name="csY30" fmla="*/ 1237972 h 3921177"/>
              <a:gd name="csX31" fmla="*/ 0 w 5158799"/>
              <a:gd name="csY31" fmla="*/ 795439 h 3921177"/>
              <a:gd name="csX32" fmla="*/ 0 w 5158799"/>
              <a:gd name="csY32" fmla="*/ 0 h 39211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158799" h="3921177" fill="none" extrusionOk="0">
                <a:moveTo>
                  <a:pt x="0" y="0"/>
                </a:moveTo>
                <a:cubicBezTo>
                  <a:pt x="116931" y="-1039"/>
                  <a:pt x="313288" y="44800"/>
                  <a:pt x="521612" y="0"/>
                </a:cubicBezTo>
                <a:cubicBezTo>
                  <a:pt x="729936" y="-44800"/>
                  <a:pt x="858072" y="13656"/>
                  <a:pt x="991636" y="0"/>
                </a:cubicBezTo>
                <a:cubicBezTo>
                  <a:pt x="1125200" y="-13656"/>
                  <a:pt x="1281342" y="24165"/>
                  <a:pt x="1410072" y="0"/>
                </a:cubicBezTo>
                <a:cubicBezTo>
                  <a:pt x="1538802" y="-24165"/>
                  <a:pt x="1799507" y="20093"/>
                  <a:pt x="2034860" y="0"/>
                </a:cubicBezTo>
                <a:cubicBezTo>
                  <a:pt x="2270213" y="-20093"/>
                  <a:pt x="2458196" y="6683"/>
                  <a:pt x="2659647" y="0"/>
                </a:cubicBezTo>
                <a:cubicBezTo>
                  <a:pt x="2861098" y="-6683"/>
                  <a:pt x="2960212" y="32812"/>
                  <a:pt x="3129671" y="0"/>
                </a:cubicBezTo>
                <a:cubicBezTo>
                  <a:pt x="3299130" y="-32812"/>
                  <a:pt x="3340126" y="28969"/>
                  <a:pt x="3548107" y="0"/>
                </a:cubicBezTo>
                <a:cubicBezTo>
                  <a:pt x="3756088" y="-28969"/>
                  <a:pt x="3923204" y="27255"/>
                  <a:pt x="4018131" y="0"/>
                </a:cubicBezTo>
                <a:cubicBezTo>
                  <a:pt x="4113058" y="-27255"/>
                  <a:pt x="4666513" y="17343"/>
                  <a:pt x="5158799" y="0"/>
                </a:cubicBezTo>
                <a:cubicBezTo>
                  <a:pt x="5204885" y="172495"/>
                  <a:pt x="5135873" y="339928"/>
                  <a:pt x="5158799" y="442533"/>
                </a:cubicBezTo>
                <a:cubicBezTo>
                  <a:pt x="5181725" y="545138"/>
                  <a:pt x="5106817" y="725662"/>
                  <a:pt x="5158799" y="963489"/>
                </a:cubicBezTo>
                <a:cubicBezTo>
                  <a:pt x="5210781" y="1201316"/>
                  <a:pt x="5116965" y="1468275"/>
                  <a:pt x="5158799" y="1602081"/>
                </a:cubicBezTo>
                <a:cubicBezTo>
                  <a:pt x="5200633" y="1735887"/>
                  <a:pt x="5114297" y="1994942"/>
                  <a:pt x="5158799" y="2162249"/>
                </a:cubicBezTo>
                <a:cubicBezTo>
                  <a:pt x="5203301" y="2329556"/>
                  <a:pt x="5089264" y="2606808"/>
                  <a:pt x="5158799" y="2761629"/>
                </a:cubicBezTo>
                <a:cubicBezTo>
                  <a:pt x="5228334" y="2916450"/>
                  <a:pt x="5124224" y="3069377"/>
                  <a:pt x="5158799" y="3361009"/>
                </a:cubicBezTo>
                <a:cubicBezTo>
                  <a:pt x="5193374" y="3652641"/>
                  <a:pt x="5143232" y="3770558"/>
                  <a:pt x="5158799" y="3921177"/>
                </a:cubicBezTo>
                <a:cubicBezTo>
                  <a:pt x="4987583" y="3951210"/>
                  <a:pt x="4919176" y="3905968"/>
                  <a:pt x="4740363" y="3921177"/>
                </a:cubicBezTo>
                <a:cubicBezTo>
                  <a:pt x="4561550" y="3936386"/>
                  <a:pt x="4449248" y="3919382"/>
                  <a:pt x="4218751" y="3921177"/>
                </a:cubicBezTo>
                <a:cubicBezTo>
                  <a:pt x="3988254" y="3922972"/>
                  <a:pt x="3860711" y="3865516"/>
                  <a:pt x="3593963" y="3921177"/>
                </a:cubicBezTo>
                <a:cubicBezTo>
                  <a:pt x="3327215" y="3976838"/>
                  <a:pt x="3226612" y="3860140"/>
                  <a:pt x="3020763" y="3921177"/>
                </a:cubicBezTo>
                <a:cubicBezTo>
                  <a:pt x="2814914" y="3982214"/>
                  <a:pt x="2722949" y="3916206"/>
                  <a:pt x="2602327" y="3921177"/>
                </a:cubicBezTo>
                <a:cubicBezTo>
                  <a:pt x="2481705" y="3926148"/>
                  <a:pt x="2233836" y="3859086"/>
                  <a:pt x="1977540" y="3921177"/>
                </a:cubicBezTo>
                <a:cubicBezTo>
                  <a:pt x="1721244" y="3983268"/>
                  <a:pt x="1682053" y="3906110"/>
                  <a:pt x="1455928" y="3921177"/>
                </a:cubicBezTo>
                <a:cubicBezTo>
                  <a:pt x="1229803" y="3936244"/>
                  <a:pt x="961517" y="3903694"/>
                  <a:pt x="779552" y="3921177"/>
                </a:cubicBezTo>
                <a:cubicBezTo>
                  <a:pt x="597587" y="3938660"/>
                  <a:pt x="208817" y="3856381"/>
                  <a:pt x="0" y="3921177"/>
                </a:cubicBezTo>
                <a:cubicBezTo>
                  <a:pt x="-35782" y="3808402"/>
                  <a:pt x="18252" y="3580165"/>
                  <a:pt x="0" y="3439432"/>
                </a:cubicBezTo>
                <a:cubicBezTo>
                  <a:pt x="-18252" y="3298699"/>
                  <a:pt x="40729" y="3154808"/>
                  <a:pt x="0" y="2957688"/>
                </a:cubicBezTo>
                <a:cubicBezTo>
                  <a:pt x="-40729" y="2760568"/>
                  <a:pt x="38235" y="2562250"/>
                  <a:pt x="0" y="2436731"/>
                </a:cubicBezTo>
                <a:cubicBezTo>
                  <a:pt x="-38235" y="2311212"/>
                  <a:pt x="20669" y="2078431"/>
                  <a:pt x="0" y="1837352"/>
                </a:cubicBezTo>
                <a:cubicBezTo>
                  <a:pt x="-20669" y="1596273"/>
                  <a:pt x="52528" y="1492604"/>
                  <a:pt x="0" y="1237972"/>
                </a:cubicBezTo>
                <a:cubicBezTo>
                  <a:pt x="-52528" y="983340"/>
                  <a:pt x="5019" y="977066"/>
                  <a:pt x="0" y="795439"/>
                </a:cubicBezTo>
                <a:cubicBezTo>
                  <a:pt x="-5019" y="613812"/>
                  <a:pt x="17602" y="257134"/>
                  <a:pt x="0" y="0"/>
                </a:cubicBezTo>
                <a:close/>
              </a:path>
              <a:path w="5158799" h="3921177" stroke="0" extrusionOk="0">
                <a:moveTo>
                  <a:pt x="0" y="0"/>
                </a:moveTo>
                <a:cubicBezTo>
                  <a:pt x="320376" y="-33292"/>
                  <a:pt x="362482" y="5167"/>
                  <a:pt x="676376" y="0"/>
                </a:cubicBezTo>
                <a:cubicBezTo>
                  <a:pt x="990270" y="-5167"/>
                  <a:pt x="974423" y="8274"/>
                  <a:pt x="1197988" y="0"/>
                </a:cubicBezTo>
                <a:cubicBezTo>
                  <a:pt x="1421553" y="-8274"/>
                  <a:pt x="1594926" y="25967"/>
                  <a:pt x="1771188" y="0"/>
                </a:cubicBezTo>
                <a:cubicBezTo>
                  <a:pt x="1947450" y="-25967"/>
                  <a:pt x="2129041" y="37704"/>
                  <a:pt x="2344388" y="0"/>
                </a:cubicBezTo>
                <a:cubicBezTo>
                  <a:pt x="2559735" y="-37704"/>
                  <a:pt x="2769695" y="60493"/>
                  <a:pt x="3020763" y="0"/>
                </a:cubicBezTo>
                <a:cubicBezTo>
                  <a:pt x="3271831" y="-60493"/>
                  <a:pt x="3401989" y="74891"/>
                  <a:pt x="3697139" y="0"/>
                </a:cubicBezTo>
                <a:cubicBezTo>
                  <a:pt x="3992289" y="-74891"/>
                  <a:pt x="4192587" y="39740"/>
                  <a:pt x="4373515" y="0"/>
                </a:cubicBezTo>
                <a:cubicBezTo>
                  <a:pt x="4554443" y="-39740"/>
                  <a:pt x="4803391" y="20381"/>
                  <a:pt x="5158799" y="0"/>
                </a:cubicBezTo>
                <a:cubicBezTo>
                  <a:pt x="5174377" y="236194"/>
                  <a:pt x="5105028" y="334365"/>
                  <a:pt x="5158799" y="560168"/>
                </a:cubicBezTo>
                <a:cubicBezTo>
                  <a:pt x="5212570" y="785971"/>
                  <a:pt x="5129388" y="857250"/>
                  <a:pt x="5158799" y="1041913"/>
                </a:cubicBezTo>
                <a:cubicBezTo>
                  <a:pt x="5188210" y="1226577"/>
                  <a:pt x="5124218" y="1527041"/>
                  <a:pt x="5158799" y="1680504"/>
                </a:cubicBezTo>
                <a:cubicBezTo>
                  <a:pt x="5193380" y="1833967"/>
                  <a:pt x="5120396" y="2049241"/>
                  <a:pt x="5158799" y="2162249"/>
                </a:cubicBezTo>
                <a:cubicBezTo>
                  <a:pt x="5197202" y="2275258"/>
                  <a:pt x="5145543" y="2562452"/>
                  <a:pt x="5158799" y="2722417"/>
                </a:cubicBezTo>
                <a:cubicBezTo>
                  <a:pt x="5172055" y="2882382"/>
                  <a:pt x="5123731" y="3017174"/>
                  <a:pt x="5158799" y="3282585"/>
                </a:cubicBezTo>
                <a:cubicBezTo>
                  <a:pt x="5193867" y="3547996"/>
                  <a:pt x="5151156" y="3790522"/>
                  <a:pt x="5158799" y="3921177"/>
                </a:cubicBezTo>
                <a:cubicBezTo>
                  <a:pt x="4832946" y="3948175"/>
                  <a:pt x="4747830" y="3898595"/>
                  <a:pt x="4482423" y="3921177"/>
                </a:cubicBezTo>
                <a:cubicBezTo>
                  <a:pt x="4217016" y="3943759"/>
                  <a:pt x="4065449" y="3875383"/>
                  <a:pt x="3857635" y="3921177"/>
                </a:cubicBezTo>
                <a:cubicBezTo>
                  <a:pt x="3649821" y="3966971"/>
                  <a:pt x="3546313" y="3889411"/>
                  <a:pt x="3439199" y="3921177"/>
                </a:cubicBezTo>
                <a:cubicBezTo>
                  <a:pt x="3332085" y="3952943"/>
                  <a:pt x="3212234" y="3896152"/>
                  <a:pt x="3020763" y="3921177"/>
                </a:cubicBezTo>
                <a:cubicBezTo>
                  <a:pt x="2829292" y="3946202"/>
                  <a:pt x="2797743" y="3875232"/>
                  <a:pt x="2602327" y="3921177"/>
                </a:cubicBezTo>
                <a:cubicBezTo>
                  <a:pt x="2406911" y="3967122"/>
                  <a:pt x="2277972" y="3893647"/>
                  <a:pt x="2183892" y="3921177"/>
                </a:cubicBezTo>
                <a:cubicBezTo>
                  <a:pt x="2089812" y="3948707"/>
                  <a:pt x="1738691" y="3892153"/>
                  <a:pt x="1610692" y="3921177"/>
                </a:cubicBezTo>
                <a:cubicBezTo>
                  <a:pt x="1482693" y="3950201"/>
                  <a:pt x="1233667" y="3910621"/>
                  <a:pt x="1037492" y="3921177"/>
                </a:cubicBezTo>
                <a:cubicBezTo>
                  <a:pt x="841317" y="3931733"/>
                  <a:pt x="729519" y="3917215"/>
                  <a:pt x="567468" y="3921177"/>
                </a:cubicBezTo>
                <a:cubicBezTo>
                  <a:pt x="405417" y="3925139"/>
                  <a:pt x="262441" y="3857273"/>
                  <a:pt x="0" y="3921177"/>
                </a:cubicBezTo>
                <a:cubicBezTo>
                  <a:pt x="-28120" y="3774045"/>
                  <a:pt x="76593" y="3512681"/>
                  <a:pt x="0" y="3282585"/>
                </a:cubicBezTo>
                <a:cubicBezTo>
                  <a:pt x="-76593" y="3052489"/>
                  <a:pt x="23317" y="2961719"/>
                  <a:pt x="0" y="2840052"/>
                </a:cubicBezTo>
                <a:cubicBezTo>
                  <a:pt x="-23317" y="2718385"/>
                  <a:pt x="9061" y="2444305"/>
                  <a:pt x="0" y="2279884"/>
                </a:cubicBezTo>
                <a:cubicBezTo>
                  <a:pt x="-9061" y="2115463"/>
                  <a:pt x="3996" y="1940447"/>
                  <a:pt x="0" y="1798140"/>
                </a:cubicBezTo>
                <a:cubicBezTo>
                  <a:pt x="-3996" y="1655833"/>
                  <a:pt x="65672" y="1426805"/>
                  <a:pt x="0" y="1198760"/>
                </a:cubicBezTo>
                <a:cubicBezTo>
                  <a:pt x="-65672" y="970715"/>
                  <a:pt x="39246" y="808329"/>
                  <a:pt x="0" y="599380"/>
                </a:cubicBezTo>
                <a:cubicBezTo>
                  <a:pt x="-39246" y="390431"/>
                  <a:pt x="18033" y="26497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8874709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71D1-5B41-8DD6-E5CA-0EFF5D92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CDE451-E421-4CAE-7B39-38028325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871" y="228600"/>
            <a:ext cx="5444809" cy="1366519"/>
          </a:xfrm>
        </p:spPr>
        <p:txBody>
          <a:bodyPr>
            <a:normAutofit/>
          </a:bodyPr>
          <a:lstStyle/>
          <a:p>
            <a:r>
              <a:rPr lang="hu-HU" dirty="0"/>
              <a:t>Egyszerűsített C# implementáció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6E4955F-C96E-7C28-F92A-507A41CB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680" y="316521"/>
            <a:ext cx="5049521" cy="6308985"/>
          </a:xfrm>
          <a:custGeom>
            <a:avLst/>
            <a:gdLst>
              <a:gd name="csX0" fmla="*/ 0 w 5049521"/>
              <a:gd name="csY0" fmla="*/ 0 h 6308985"/>
              <a:gd name="csX1" fmla="*/ 409572 w 5049521"/>
              <a:gd name="csY1" fmla="*/ 0 h 6308985"/>
              <a:gd name="csX2" fmla="*/ 1071621 w 5049521"/>
              <a:gd name="csY2" fmla="*/ 0 h 6308985"/>
              <a:gd name="csX3" fmla="*/ 1481193 w 5049521"/>
              <a:gd name="csY3" fmla="*/ 0 h 6308985"/>
              <a:gd name="csX4" fmla="*/ 1941260 w 5049521"/>
              <a:gd name="csY4" fmla="*/ 0 h 6308985"/>
              <a:gd name="csX5" fmla="*/ 2552813 w 5049521"/>
              <a:gd name="csY5" fmla="*/ 0 h 6308985"/>
              <a:gd name="csX6" fmla="*/ 2962386 w 5049521"/>
              <a:gd name="csY6" fmla="*/ 0 h 6308985"/>
              <a:gd name="csX7" fmla="*/ 3422453 w 5049521"/>
              <a:gd name="csY7" fmla="*/ 0 h 6308985"/>
              <a:gd name="csX8" fmla="*/ 3933016 w 5049521"/>
              <a:gd name="csY8" fmla="*/ 0 h 6308985"/>
              <a:gd name="csX9" fmla="*/ 5049521 w 5049521"/>
              <a:gd name="csY9" fmla="*/ 0 h 6308985"/>
              <a:gd name="csX10" fmla="*/ 5049521 w 5049521"/>
              <a:gd name="csY10" fmla="*/ 447364 h 6308985"/>
              <a:gd name="csX11" fmla="*/ 5049521 w 5049521"/>
              <a:gd name="csY11" fmla="*/ 1020908 h 6308985"/>
              <a:gd name="csX12" fmla="*/ 5049521 w 5049521"/>
              <a:gd name="csY12" fmla="*/ 1531363 h 6308985"/>
              <a:gd name="csX13" fmla="*/ 5049521 w 5049521"/>
              <a:gd name="csY13" fmla="*/ 1915637 h 6308985"/>
              <a:gd name="csX14" fmla="*/ 5049521 w 5049521"/>
              <a:gd name="csY14" fmla="*/ 2489181 h 6308985"/>
              <a:gd name="csX15" fmla="*/ 5049521 w 5049521"/>
              <a:gd name="csY15" fmla="*/ 2873456 h 6308985"/>
              <a:gd name="csX16" fmla="*/ 5049521 w 5049521"/>
              <a:gd name="csY16" fmla="*/ 3573180 h 6308985"/>
              <a:gd name="csX17" fmla="*/ 5049521 w 5049521"/>
              <a:gd name="csY17" fmla="*/ 3957454 h 6308985"/>
              <a:gd name="csX18" fmla="*/ 5049521 w 5049521"/>
              <a:gd name="csY18" fmla="*/ 4404819 h 6308985"/>
              <a:gd name="csX19" fmla="*/ 5049521 w 5049521"/>
              <a:gd name="csY19" fmla="*/ 4978363 h 6308985"/>
              <a:gd name="csX20" fmla="*/ 5049521 w 5049521"/>
              <a:gd name="csY20" fmla="*/ 5614997 h 6308985"/>
              <a:gd name="csX21" fmla="*/ 5049521 w 5049521"/>
              <a:gd name="csY21" fmla="*/ 6308985 h 6308985"/>
              <a:gd name="csX22" fmla="*/ 4639949 w 5049521"/>
              <a:gd name="csY22" fmla="*/ 6308985 h 6308985"/>
              <a:gd name="csX23" fmla="*/ 4129386 w 5049521"/>
              <a:gd name="csY23" fmla="*/ 6308985 h 6308985"/>
              <a:gd name="csX24" fmla="*/ 3669319 w 5049521"/>
              <a:gd name="csY24" fmla="*/ 6308985 h 6308985"/>
              <a:gd name="csX25" fmla="*/ 3108261 w 5049521"/>
              <a:gd name="csY25" fmla="*/ 6308985 h 6308985"/>
              <a:gd name="csX26" fmla="*/ 2597698 w 5049521"/>
              <a:gd name="csY26" fmla="*/ 6308985 h 6308985"/>
              <a:gd name="csX27" fmla="*/ 2036640 w 5049521"/>
              <a:gd name="csY27" fmla="*/ 6308985 h 6308985"/>
              <a:gd name="csX28" fmla="*/ 1425087 w 5049521"/>
              <a:gd name="csY28" fmla="*/ 6308985 h 6308985"/>
              <a:gd name="csX29" fmla="*/ 864029 w 5049521"/>
              <a:gd name="csY29" fmla="*/ 6308985 h 6308985"/>
              <a:gd name="csX30" fmla="*/ 0 w 5049521"/>
              <a:gd name="csY30" fmla="*/ 6308985 h 6308985"/>
              <a:gd name="csX31" fmla="*/ 0 w 5049521"/>
              <a:gd name="csY31" fmla="*/ 5672351 h 6308985"/>
              <a:gd name="csX32" fmla="*/ 0 w 5049521"/>
              <a:gd name="csY32" fmla="*/ 5288077 h 6308985"/>
              <a:gd name="csX33" fmla="*/ 0 w 5049521"/>
              <a:gd name="csY33" fmla="*/ 4714532 h 6308985"/>
              <a:gd name="csX34" fmla="*/ 0 w 5049521"/>
              <a:gd name="csY34" fmla="*/ 4014809 h 6308985"/>
              <a:gd name="csX35" fmla="*/ 0 w 5049521"/>
              <a:gd name="csY35" fmla="*/ 3630534 h 6308985"/>
              <a:gd name="csX36" fmla="*/ 0 w 5049521"/>
              <a:gd name="csY36" fmla="*/ 3183170 h 6308985"/>
              <a:gd name="csX37" fmla="*/ 0 w 5049521"/>
              <a:gd name="csY37" fmla="*/ 2672715 h 6308985"/>
              <a:gd name="csX38" fmla="*/ 0 w 5049521"/>
              <a:gd name="csY38" fmla="*/ 2288441 h 6308985"/>
              <a:gd name="csX39" fmla="*/ 0 w 5049521"/>
              <a:gd name="csY39" fmla="*/ 1714897 h 6308985"/>
              <a:gd name="csX40" fmla="*/ 0 w 5049521"/>
              <a:gd name="csY40" fmla="*/ 1267532 h 6308985"/>
              <a:gd name="csX41" fmla="*/ 0 w 5049521"/>
              <a:gd name="csY41" fmla="*/ 820168 h 6308985"/>
              <a:gd name="csX42" fmla="*/ 0 w 5049521"/>
              <a:gd name="csY42" fmla="*/ 0 h 6308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049521" h="6308985" fill="none" extrusionOk="0">
                <a:moveTo>
                  <a:pt x="0" y="0"/>
                </a:moveTo>
                <a:cubicBezTo>
                  <a:pt x="152682" y="-30443"/>
                  <a:pt x="319694" y="18656"/>
                  <a:pt x="409572" y="0"/>
                </a:cubicBezTo>
                <a:cubicBezTo>
                  <a:pt x="499450" y="-18656"/>
                  <a:pt x="822467" y="14791"/>
                  <a:pt x="1071621" y="0"/>
                </a:cubicBezTo>
                <a:cubicBezTo>
                  <a:pt x="1320775" y="-14791"/>
                  <a:pt x="1302694" y="44763"/>
                  <a:pt x="1481193" y="0"/>
                </a:cubicBezTo>
                <a:cubicBezTo>
                  <a:pt x="1659692" y="-44763"/>
                  <a:pt x="1793900" y="12974"/>
                  <a:pt x="1941260" y="0"/>
                </a:cubicBezTo>
                <a:cubicBezTo>
                  <a:pt x="2088620" y="-12974"/>
                  <a:pt x="2323237" y="48719"/>
                  <a:pt x="2552813" y="0"/>
                </a:cubicBezTo>
                <a:cubicBezTo>
                  <a:pt x="2782389" y="-48719"/>
                  <a:pt x="2790136" y="3640"/>
                  <a:pt x="2962386" y="0"/>
                </a:cubicBezTo>
                <a:cubicBezTo>
                  <a:pt x="3134636" y="-3640"/>
                  <a:pt x="3235152" y="54335"/>
                  <a:pt x="3422453" y="0"/>
                </a:cubicBezTo>
                <a:cubicBezTo>
                  <a:pt x="3609754" y="-54335"/>
                  <a:pt x="3733942" y="22622"/>
                  <a:pt x="3933016" y="0"/>
                </a:cubicBezTo>
                <a:cubicBezTo>
                  <a:pt x="4132090" y="-22622"/>
                  <a:pt x="4506401" y="91446"/>
                  <a:pt x="5049521" y="0"/>
                </a:cubicBezTo>
                <a:cubicBezTo>
                  <a:pt x="5102795" y="136905"/>
                  <a:pt x="5019010" y="230081"/>
                  <a:pt x="5049521" y="447364"/>
                </a:cubicBezTo>
                <a:cubicBezTo>
                  <a:pt x="5080032" y="664647"/>
                  <a:pt x="5009509" y="750288"/>
                  <a:pt x="5049521" y="1020908"/>
                </a:cubicBezTo>
                <a:cubicBezTo>
                  <a:pt x="5089533" y="1291528"/>
                  <a:pt x="4999807" y="1354448"/>
                  <a:pt x="5049521" y="1531363"/>
                </a:cubicBezTo>
                <a:cubicBezTo>
                  <a:pt x="5099235" y="1708279"/>
                  <a:pt x="5048522" y="1736214"/>
                  <a:pt x="5049521" y="1915637"/>
                </a:cubicBezTo>
                <a:cubicBezTo>
                  <a:pt x="5050520" y="2095060"/>
                  <a:pt x="4996296" y="2217798"/>
                  <a:pt x="5049521" y="2489181"/>
                </a:cubicBezTo>
                <a:cubicBezTo>
                  <a:pt x="5102746" y="2760564"/>
                  <a:pt x="5010502" y="2748297"/>
                  <a:pt x="5049521" y="2873456"/>
                </a:cubicBezTo>
                <a:cubicBezTo>
                  <a:pt x="5088540" y="2998616"/>
                  <a:pt x="5032175" y="3412792"/>
                  <a:pt x="5049521" y="3573180"/>
                </a:cubicBezTo>
                <a:cubicBezTo>
                  <a:pt x="5066867" y="3733568"/>
                  <a:pt x="5025899" y="3835012"/>
                  <a:pt x="5049521" y="3957454"/>
                </a:cubicBezTo>
                <a:cubicBezTo>
                  <a:pt x="5073143" y="4079896"/>
                  <a:pt x="5047723" y="4312953"/>
                  <a:pt x="5049521" y="4404819"/>
                </a:cubicBezTo>
                <a:cubicBezTo>
                  <a:pt x="5051319" y="4496685"/>
                  <a:pt x="4987816" y="4727137"/>
                  <a:pt x="5049521" y="4978363"/>
                </a:cubicBezTo>
                <a:cubicBezTo>
                  <a:pt x="5111226" y="5229589"/>
                  <a:pt x="4985453" y="5346181"/>
                  <a:pt x="5049521" y="5614997"/>
                </a:cubicBezTo>
                <a:cubicBezTo>
                  <a:pt x="5113589" y="5883813"/>
                  <a:pt x="4996785" y="6032164"/>
                  <a:pt x="5049521" y="6308985"/>
                </a:cubicBezTo>
                <a:cubicBezTo>
                  <a:pt x="4914219" y="6342408"/>
                  <a:pt x="4731159" y="6288737"/>
                  <a:pt x="4639949" y="6308985"/>
                </a:cubicBezTo>
                <a:cubicBezTo>
                  <a:pt x="4548739" y="6329233"/>
                  <a:pt x="4308446" y="6252967"/>
                  <a:pt x="4129386" y="6308985"/>
                </a:cubicBezTo>
                <a:cubicBezTo>
                  <a:pt x="3950326" y="6365003"/>
                  <a:pt x="3812973" y="6285982"/>
                  <a:pt x="3669319" y="6308985"/>
                </a:cubicBezTo>
                <a:cubicBezTo>
                  <a:pt x="3525665" y="6331988"/>
                  <a:pt x="3257019" y="6299562"/>
                  <a:pt x="3108261" y="6308985"/>
                </a:cubicBezTo>
                <a:cubicBezTo>
                  <a:pt x="2959503" y="6318408"/>
                  <a:pt x="2850823" y="6305950"/>
                  <a:pt x="2597698" y="6308985"/>
                </a:cubicBezTo>
                <a:cubicBezTo>
                  <a:pt x="2344573" y="6312020"/>
                  <a:pt x="2154333" y="6264249"/>
                  <a:pt x="2036640" y="6308985"/>
                </a:cubicBezTo>
                <a:cubicBezTo>
                  <a:pt x="1918947" y="6353721"/>
                  <a:pt x="1728243" y="6283501"/>
                  <a:pt x="1425087" y="6308985"/>
                </a:cubicBezTo>
                <a:cubicBezTo>
                  <a:pt x="1121931" y="6334469"/>
                  <a:pt x="977559" y="6283660"/>
                  <a:pt x="864029" y="6308985"/>
                </a:cubicBezTo>
                <a:cubicBezTo>
                  <a:pt x="750499" y="6334310"/>
                  <a:pt x="359997" y="6249909"/>
                  <a:pt x="0" y="6308985"/>
                </a:cubicBezTo>
                <a:cubicBezTo>
                  <a:pt x="-10229" y="6146051"/>
                  <a:pt x="32574" y="5986720"/>
                  <a:pt x="0" y="5672351"/>
                </a:cubicBezTo>
                <a:cubicBezTo>
                  <a:pt x="-32574" y="5357982"/>
                  <a:pt x="44422" y="5413154"/>
                  <a:pt x="0" y="5288077"/>
                </a:cubicBezTo>
                <a:cubicBezTo>
                  <a:pt x="-44422" y="5163000"/>
                  <a:pt x="47906" y="4902648"/>
                  <a:pt x="0" y="4714532"/>
                </a:cubicBezTo>
                <a:cubicBezTo>
                  <a:pt x="-47906" y="4526416"/>
                  <a:pt x="43783" y="4237418"/>
                  <a:pt x="0" y="4014809"/>
                </a:cubicBezTo>
                <a:cubicBezTo>
                  <a:pt x="-43783" y="3792200"/>
                  <a:pt x="19237" y="3770357"/>
                  <a:pt x="0" y="3630534"/>
                </a:cubicBezTo>
                <a:cubicBezTo>
                  <a:pt x="-19237" y="3490712"/>
                  <a:pt x="19573" y="3294301"/>
                  <a:pt x="0" y="3183170"/>
                </a:cubicBezTo>
                <a:cubicBezTo>
                  <a:pt x="-19573" y="3072039"/>
                  <a:pt x="47019" y="2898995"/>
                  <a:pt x="0" y="2672715"/>
                </a:cubicBezTo>
                <a:cubicBezTo>
                  <a:pt x="-47019" y="2446435"/>
                  <a:pt x="27907" y="2369875"/>
                  <a:pt x="0" y="2288441"/>
                </a:cubicBezTo>
                <a:cubicBezTo>
                  <a:pt x="-27907" y="2207007"/>
                  <a:pt x="35282" y="1945217"/>
                  <a:pt x="0" y="1714897"/>
                </a:cubicBezTo>
                <a:cubicBezTo>
                  <a:pt x="-35282" y="1484577"/>
                  <a:pt x="15813" y="1480110"/>
                  <a:pt x="0" y="1267532"/>
                </a:cubicBezTo>
                <a:cubicBezTo>
                  <a:pt x="-15813" y="1054955"/>
                  <a:pt x="23843" y="1022360"/>
                  <a:pt x="0" y="820168"/>
                </a:cubicBezTo>
                <a:cubicBezTo>
                  <a:pt x="-23843" y="617976"/>
                  <a:pt x="1201" y="298180"/>
                  <a:pt x="0" y="0"/>
                </a:cubicBezTo>
                <a:close/>
              </a:path>
              <a:path w="5049521" h="6308985" stroke="0" extrusionOk="0">
                <a:moveTo>
                  <a:pt x="0" y="0"/>
                </a:moveTo>
                <a:cubicBezTo>
                  <a:pt x="252386" y="-59500"/>
                  <a:pt x="341709" y="1287"/>
                  <a:pt x="662048" y="0"/>
                </a:cubicBezTo>
                <a:cubicBezTo>
                  <a:pt x="982387" y="-1287"/>
                  <a:pt x="933396" y="32444"/>
                  <a:pt x="1172611" y="0"/>
                </a:cubicBezTo>
                <a:cubicBezTo>
                  <a:pt x="1411826" y="-32444"/>
                  <a:pt x="1496561" y="36293"/>
                  <a:pt x="1733669" y="0"/>
                </a:cubicBezTo>
                <a:cubicBezTo>
                  <a:pt x="1970777" y="-36293"/>
                  <a:pt x="2100957" y="25648"/>
                  <a:pt x="2294727" y="0"/>
                </a:cubicBezTo>
                <a:cubicBezTo>
                  <a:pt x="2488497" y="-25648"/>
                  <a:pt x="2708807" y="46963"/>
                  <a:pt x="2956775" y="0"/>
                </a:cubicBezTo>
                <a:cubicBezTo>
                  <a:pt x="3204743" y="-46963"/>
                  <a:pt x="3428811" y="27204"/>
                  <a:pt x="3618823" y="0"/>
                </a:cubicBezTo>
                <a:cubicBezTo>
                  <a:pt x="3808835" y="-27204"/>
                  <a:pt x="4004991" y="28162"/>
                  <a:pt x="4280872" y="0"/>
                </a:cubicBezTo>
                <a:cubicBezTo>
                  <a:pt x="4556753" y="-28162"/>
                  <a:pt x="4854829" y="44333"/>
                  <a:pt x="5049521" y="0"/>
                </a:cubicBezTo>
                <a:cubicBezTo>
                  <a:pt x="5093691" y="275570"/>
                  <a:pt x="4999675" y="443467"/>
                  <a:pt x="5049521" y="573544"/>
                </a:cubicBezTo>
                <a:cubicBezTo>
                  <a:pt x="5099367" y="703621"/>
                  <a:pt x="5026642" y="928719"/>
                  <a:pt x="5049521" y="1020908"/>
                </a:cubicBezTo>
                <a:cubicBezTo>
                  <a:pt x="5072400" y="1113097"/>
                  <a:pt x="5012188" y="1548085"/>
                  <a:pt x="5049521" y="1720632"/>
                </a:cubicBezTo>
                <a:cubicBezTo>
                  <a:pt x="5086854" y="1893179"/>
                  <a:pt x="5011151" y="2035322"/>
                  <a:pt x="5049521" y="2167997"/>
                </a:cubicBezTo>
                <a:cubicBezTo>
                  <a:pt x="5087891" y="2300673"/>
                  <a:pt x="4981719" y="2579130"/>
                  <a:pt x="5049521" y="2741541"/>
                </a:cubicBezTo>
                <a:cubicBezTo>
                  <a:pt x="5117323" y="2903952"/>
                  <a:pt x="4991451" y="3143625"/>
                  <a:pt x="5049521" y="3315085"/>
                </a:cubicBezTo>
                <a:cubicBezTo>
                  <a:pt x="5107591" y="3486545"/>
                  <a:pt x="5006761" y="3730320"/>
                  <a:pt x="5049521" y="4014809"/>
                </a:cubicBezTo>
                <a:cubicBezTo>
                  <a:pt x="5092281" y="4299298"/>
                  <a:pt x="5037969" y="4504558"/>
                  <a:pt x="5049521" y="4714532"/>
                </a:cubicBezTo>
                <a:cubicBezTo>
                  <a:pt x="5061073" y="4924506"/>
                  <a:pt x="4999197" y="5014856"/>
                  <a:pt x="5049521" y="5161897"/>
                </a:cubicBezTo>
                <a:cubicBezTo>
                  <a:pt x="5099845" y="5308939"/>
                  <a:pt x="5006064" y="5615195"/>
                  <a:pt x="5049521" y="5735441"/>
                </a:cubicBezTo>
                <a:cubicBezTo>
                  <a:pt x="5092978" y="5855687"/>
                  <a:pt x="5049334" y="6098979"/>
                  <a:pt x="5049521" y="6308985"/>
                </a:cubicBezTo>
                <a:cubicBezTo>
                  <a:pt x="4807173" y="6323950"/>
                  <a:pt x="4788093" y="6277496"/>
                  <a:pt x="4538958" y="6308985"/>
                </a:cubicBezTo>
                <a:cubicBezTo>
                  <a:pt x="4289823" y="6340474"/>
                  <a:pt x="4262813" y="6293667"/>
                  <a:pt x="4129386" y="6308985"/>
                </a:cubicBezTo>
                <a:cubicBezTo>
                  <a:pt x="3995959" y="6324303"/>
                  <a:pt x="3765044" y="6268015"/>
                  <a:pt x="3568328" y="6308985"/>
                </a:cubicBezTo>
                <a:cubicBezTo>
                  <a:pt x="3371612" y="6349955"/>
                  <a:pt x="3212981" y="6295618"/>
                  <a:pt x="3007270" y="6308985"/>
                </a:cubicBezTo>
                <a:cubicBezTo>
                  <a:pt x="2801559" y="6322352"/>
                  <a:pt x="2714280" y="6301001"/>
                  <a:pt x="2547203" y="6308985"/>
                </a:cubicBezTo>
                <a:cubicBezTo>
                  <a:pt x="2380126" y="6316969"/>
                  <a:pt x="2228767" y="6286711"/>
                  <a:pt x="2087135" y="6308985"/>
                </a:cubicBezTo>
                <a:cubicBezTo>
                  <a:pt x="1945503" y="6331259"/>
                  <a:pt x="1656514" y="6259084"/>
                  <a:pt x="1425087" y="6308985"/>
                </a:cubicBezTo>
                <a:cubicBezTo>
                  <a:pt x="1193660" y="6358886"/>
                  <a:pt x="1147134" y="6275549"/>
                  <a:pt x="965020" y="6308985"/>
                </a:cubicBezTo>
                <a:cubicBezTo>
                  <a:pt x="782906" y="6342421"/>
                  <a:pt x="289234" y="6290810"/>
                  <a:pt x="0" y="6308985"/>
                </a:cubicBezTo>
                <a:cubicBezTo>
                  <a:pt x="-23699" y="6175912"/>
                  <a:pt x="44281" y="6110180"/>
                  <a:pt x="0" y="5924710"/>
                </a:cubicBezTo>
                <a:cubicBezTo>
                  <a:pt x="-44281" y="5739241"/>
                  <a:pt x="38686" y="5560441"/>
                  <a:pt x="0" y="5288077"/>
                </a:cubicBezTo>
                <a:cubicBezTo>
                  <a:pt x="-38686" y="5015713"/>
                  <a:pt x="43702" y="4918755"/>
                  <a:pt x="0" y="4651443"/>
                </a:cubicBezTo>
                <a:cubicBezTo>
                  <a:pt x="-43702" y="4384131"/>
                  <a:pt x="35596" y="4243149"/>
                  <a:pt x="0" y="3951719"/>
                </a:cubicBezTo>
                <a:cubicBezTo>
                  <a:pt x="-35596" y="3660289"/>
                  <a:pt x="10110" y="3655240"/>
                  <a:pt x="0" y="3441265"/>
                </a:cubicBezTo>
                <a:cubicBezTo>
                  <a:pt x="-10110" y="3227290"/>
                  <a:pt x="17884" y="3184280"/>
                  <a:pt x="0" y="3056990"/>
                </a:cubicBezTo>
                <a:cubicBezTo>
                  <a:pt x="-17884" y="2929700"/>
                  <a:pt x="14679" y="2852285"/>
                  <a:pt x="0" y="2672715"/>
                </a:cubicBezTo>
                <a:cubicBezTo>
                  <a:pt x="-14679" y="2493146"/>
                  <a:pt x="20144" y="2192840"/>
                  <a:pt x="0" y="2036082"/>
                </a:cubicBezTo>
                <a:cubicBezTo>
                  <a:pt x="-20144" y="1879324"/>
                  <a:pt x="34427" y="1625425"/>
                  <a:pt x="0" y="1462537"/>
                </a:cubicBezTo>
                <a:cubicBezTo>
                  <a:pt x="-34427" y="1299650"/>
                  <a:pt x="5444" y="1016586"/>
                  <a:pt x="0" y="762814"/>
                </a:cubicBezTo>
                <a:cubicBezTo>
                  <a:pt x="-5444" y="509042"/>
                  <a:pt x="23736" y="19396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6F1CF8BC-9701-414B-ED28-C886ADC98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663668">
            <a:off x="1426688" y="2424039"/>
            <a:ext cx="4577890" cy="3514565"/>
          </a:xfrm>
          <a:custGeom>
            <a:avLst/>
            <a:gdLst>
              <a:gd name="csX0" fmla="*/ 0 w 4577890"/>
              <a:gd name="csY0" fmla="*/ 0 h 3514565"/>
              <a:gd name="csX1" fmla="*/ 572236 w 4577890"/>
              <a:gd name="csY1" fmla="*/ 0 h 3514565"/>
              <a:gd name="csX2" fmla="*/ 1190251 w 4577890"/>
              <a:gd name="csY2" fmla="*/ 0 h 3514565"/>
              <a:gd name="csX3" fmla="*/ 1625151 w 4577890"/>
              <a:gd name="csY3" fmla="*/ 0 h 3514565"/>
              <a:gd name="csX4" fmla="*/ 2151608 w 4577890"/>
              <a:gd name="csY4" fmla="*/ 0 h 3514565"/>
              <a:gd name="csX5" fmla="*/ 2769623 w 4577890"/>
              <a:gd name="csY5" fmla="*/ 0 h 3514565"/>
              <a:gd name="csX6" fmla="*/ 3341860 w 4577890"/>
              <a:gd name="csY6" fmla="*/ 0 h 3514565"/>
              <a:gd name="csX7" fmla="*/ 3822538 w 4577890"/>
              <a:gd name="csY7" fmla="*/ 0 h 3514565"/>
              <a:gd name="csX8" fmla="*/ 4577890 w 4577890"/>
              <a:gd name="csY8" fmla="*/ 0 h 3514565"/>
              <a:gd name="csX9" fmla="*/ 4577890 w 4577890"/>
              <a:gd name="csY9" fmla="*/ 620906 h 3514565"/>
              <a:gd name="csX10" fmla="*/ 4577890 w 4577890"/>
              <a:gd name="csY10" fmla="*/ 1241813 h 3514565"/>
              <a:gd name="csX11" fmla="*/ 4577890 w 4577890"/>
              <a:gd name="csY11" fmla="*/ 1827574 h 3514565"/>
              <a:gd name="csX12" fmla="*/ 4577890 w 4577890"/>
              <a:gd name="csY12" fmla="*/ 2343043 h 3514565"/>
              <a:gd name="csX13" fmla="*/ 4577890 w 4577890"/>
              <a:gd name="csY13" fmla="*/ 2823367 h 3514565"/>
              <a:gd name="csX14" fmla="*/ 4577890 w 4577890"/>
              <a:gd name="csY14" fmla="*/ 3514565 h 3514565"/>
              <a:gd name="csX15" fmla="*/ 3959875 w 4577890"/>
              <a:gd name="csY15" fmla="*/ 3514565 h 3514565"/>
              <a:gd name="csX16" fmla="*/ 3341860 w 4577890"/>
              <a:gd name="csY16" fmla="*/ 3514565 h 3514565"/>
              <a:gd name="csX17" fmla="*/ 2861181 w 4577890"/>
              <a:gd name="csY17" fmla="*/ 3514565 h 3514565"/>
              <a:gd name="csX18" fmla="*/ 2380503 w 4577890"/>
              <a:gd name="csY18" fmla="*/ 3514565 h 3514565"/>
              <a:gd name="csX19" fmla="*/ 1716709 w 4577890"/>
              <a:gd name="csY19" fmla="*/ 3514565 h 3514565"/>
              <a:gd name="csX20" fmla="*/ 1052915 w 4577890"/>
              <a:gd name="csY20" fmla="*/ 3514565 h 3514565"/>
              <a:gd name="csX21" fmla="*/ 0 w 4577890"/>
              <a:gd name="csY21" fmla="*/ 3514565 h 3514565"/>
              <a:gd name="csX22" fmla="*/ 0 w 4577890"/>
              <a:gd name="csY22" fmla="*/ 2893659 h 3514565"/>
              <a:gd name="csX23" fmla="*/ 0 w 4577890"/>
              <a:gd name="csY23" fmla="*/ 2307898 h 3514565"/>
              <a:gd name="csX24" fmla="*/ 0 w 4577890"/>
              <a:gd name="csY24" fmla="*/ 1722137 h 3514565"/>
              <a:gd name="csX25" fmla="*/ 0 w 4577890"/>
              <a:gd name="csY25" fmla="*/ 1066085 h 3514565"/>
              <a:gd name="csX26" fmla="*/ 0 w 4577890"/>
              <a:gd name="csY26" fmla="*/ 0 h 351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577890" h="3514565" fill="none" extrusionOk="0">
                <a:moveTo>
                  <a:pt x="0" y="0"/>
                </a:moveTo>
                <a:cubicBezTo>
                  <a:pt x="118040" y="-45176"/>
                  <a:pt x="403897" y="24011"/>
                  <a:pt x="572236" y="0"/>
                </a:cubicBezTo>
                <a:cubicBezTo>
                  <a:pt x="740575" y="-24011"/>
                  <a:pt x="1059028" y="60843"/>
                  <a:pt x="1190251" y="0"/>
                </a:cubicBezTo>
                <a:cubicBezTo>
                  <a:pt x="1321474" y="-60843"/>
                  <a:pt x="1415604" y="19026"/>
                  <a:pt x="1625151" y="0"/>
                </a:cubicBezTo>
                <a:cubicBezTo>
                  <a:pt x="1834698" y="-19026"/>
                  <a:pt x="1915232" y="31767"/>
                  <a:pt x="2151608" y="0"/>
                </a:cubicBezTo>
                <a:cubicBezTo>
                  <a:pt x="2387984" y="-31767"/>
                  <a:pt x="2473023" y="10356"/>
                  <a:pt x="2769623" y="0"/>
                </a:cubicBezTo>
                <a:cubicBezTo>
                  <a:pt x="3066223" y="-10356"/>
                  <a:pt x="3068230" y="52127"/>
                  <a:pt x="3341860" y="0"/>
                </a:cubicBezTo>
                <a:cubicBezTo>
                  <a:pt x="3615490" y="-52127"/>
                  <a:pt x="3596503" y="18892"/>
                  <a:pt x="3822538" y="0"/>
                </a:cubicBezTo>
                <a:cubicBezTo>
                  <a:pt x="4048573" y="-18892"/>
                  <a:pt x="4256626" y="81658"/>
                  <a:pt x="4577890" y="0"/>
                </a:cubicBezTo>
                <a:cubicBezTo>
                  <a:pt x="4629594" y="267640"/>
                  <a:pt x="4534576" y="350921"/>
                  <a:pt x="4577890" y="620906"/>
                </a:cubicBezTo>
                <a:cubicBezTo>
                  <a:pt x="4621204" y="890891"/>
                  <a:pt x="4541351" y="1109047"/>
                  <a:pt x="4577890" y="1241813"/>
                </a:cubicBezTo>
                <a:cubicBezTo>
                  <a:pt x="4614429" y="1374579"/>
                  <a:pt x="4534031" y="1590981"/>
                  <a:pt x="4577890" y="1827574"/>
                </a:cubicBezTo>
                <a:cubicBezTo>
                  <a:pt x="4621749" y="2064167"/>
                  <a:pt x="4549015" y="2096332"/>
                  <a:pt x="4577890" y="2343043"/>
                </a:cubicBezTo>
                <a:cubicBezTo>
                  <a:pt x="4606765" y="2589754"/>
                  <a:pt x="4546657" y="2615437"/>
                  <a:pt x="4577890" y="2823367"/>
                </a:cubicBezTo>
                <a:cubicBezTo>
                  <a:pt x="4609123" y="3031297"/>
                  <a:pt x="4557769" y="3349182"/>
                  <a:pt x="4577890" y="3514565"/>
                </a:cubicBezTo>
                <a:cubicBezTo>
                  <a:pt x="4443464" y="3544193"/>
                  <a:pt x="4174795" y="3497090"/>
                  <a:pt x="3959875" y="3514565"/>
                </a:cubicBezTo>
                <a:cubicBezTo>
                  <a:pt x="3744955" y="3532040"/>
                  <a:pt x="3558478" y="3452590"/>
                  <a:pt x="3341860" y="3514565"/>
                </a:cubicBezTo>
                <a:cubicBezTo>
                  <a:pt x="3125242" y="3576540"/>
                  <a:pt x="3002212" y="3475768"/>
                  <a:pt x="2861181" y="3514565"/>
                </a:cubicBezTo>
                <a:cubicBezTo>
                  <a:pt x="2720150" y="3553362"/>
                  <a:pt x="2617591" y="3487774"/>
                  <a:pt x="2380503" y="3514565"/>
                </a:cubicBezTo>
                <a:cubicBezTo>
                  <a:pt x="2143415" y="3541356"/>
                  <a:pt x="2005653" y="3481254"/>
                  <a:pt x="1716709" y="3514565"/>
                </a:cubicBezTo>
                <a:cubicBezTo>
                  <a:pt x="1427765" y="3547876"/>
                  <a:pt x="1206547" y="3470365"/>
                  <a:pt x="1052915" y="3514565"/>
                </a:cubicBezTo>
                <a:cubicBezTo>
                  <a:pt x="899283" y="3558765"/>
                  <a:pt x="309634" y="3514556"/>
                  <a:pt x="0" y="3514565"/>
                </a:cubicBezTo>
                <a:cubicBezTo>
                  <a:pt x="-73006" y="3224326"/>
                  <a:pt x="66790" y="3103672"/>
                  <a:pt x="0" y="2893659"/>
                </a:cubicBezTo>
                <a:cubicBezTo>
                  <a:pt x="-66790" y="2683646"/>
                  <a:pt x="68248" y="2492535"/>
                  <a:pt x="0" y="2307898"/>
                </a:cubicBezTo>
                <a:cubicBezTo>
                  <a:pt x="-68248" y="2123261"/>
                  <a:pt x="34082" y="1908391"/>
                  <a:pt x="0" y="1722137"/>
                </a:cubicBezTo>
                <a:cubicBezTo>
                  <a:pt x="-34082" y="1535883"/>
                  <a:pt x="70544" y="1254963"/>
                  <a:pt x="0" y="1066085"/>
                </a:cubicBezTo>
                <a:cubicBezTo>
                  <a:pt x="-70544" y="877207"/>
                  <a:pt x="59429" y="293313"/>
                  <a:pt x="0" y="0"/>
                </a:cubicBezTo>
                <a:close/>
              </a:path>
              <a:path w="4577890" h="3514565" stroke="0" extrusionOk="0">
                <a:moveTo>
                  <a:pt x="0" y="0"/>
                </a:moveTo>
                <a:cubicBezTo>
                  <a:pt x="158641" y="-71683"/>
                  <a:pt x="482436" y="2947"/>
                  <a:pt x="663794" y="0"/>
                </a:cubicBezTo>
                <a:cubicBezTo>
                  <a:pt x="845152" y="-2947"/>
                  <a:pt x="983878" y="40004"/>
                  <a:pt x="1190251" y="0"/>
                </a:cubicBezTo>
                <a:cubicBezTo>
                  <a:pt x="1396624" y="-40004"/>
                  <a:pt x="1506435" y="25552"/>
                  <a:pt x="1762488" y="0"/>
                </a:cubicBezTo>
                <a:cubicBezTo>
                  <a:pt x="2018541" y="-25552"/>
                  <a:pt x="2067560" y="3807"/>
                  <a:pt x="2334724" y="0"/>
                </a:cubicBezTo>
                <a:cubicBezTo>
                  <a:pt x="2601888" y="-3807"/>
                  <a:pt x="2680248" y="54641"/>
                  <a:pt x="2998518" y="0"/>
                </a:cubicBezTo>
                <a:cubicBezTo>
                  <a:pt x="3316788" y="-54641"/>
                  <a:pt x="3434761" y="74824"/>
                  <a:pt x="3662312" y="0"/>
                </a:cubicBezTo>
                <a:cubicBezTo>
                  <a:pt x="3889863" y="-74824"/>
                  <a:pt x="4295439" y="44204"/>
                  <a:pt x="4577890" y="0"/>
                </a:cubicBezTo>
                <a:cubicBezTo>
                  <a:pt x="4585529" y="169237"/>
                  <a:pt x="4573788" y="403397"/>
                  <a:pt x="4577890" y="550615"/>
                </a:cubicBezTo>
                <a:cubicBezTo>
                  <a:pt x="4581992" y="697834"/>
                  <a:pt x="4553546" y="932681"/>
                  <a:pt x="4577890" y="1066085"/>
                </a:cubicBezTo>
                <a:cubicBezTo>
                  <a:pt x="4602234" y="1199489"/>
                  <a:pt x="4549253" y="1362760"/>
                  <a:pt x="4577890" y="1581554"/>
                </a:cubicBezTo>
                <a:cubicBezTo>
                  <a:pt x="4606527" y="1800348"/>
                  <a:pt x="4515515" y="2089105"/>
                  <a:pt x="4577890" y="2237606"/>
                </a:cubicBezTo>
                <a:cubicBezTo>
                  <a:pt x="4640265" y="2386107"/>
                  <a:pt x="4555994" y="2631508"/>
                  <a:pt x="4577890" y="2753076"/>
                </a:cubicBezTo>
                <a:cubicBezTo>
                  <a:pt x="4599786" y="2874644"/>
                  <a:pt x="4505943" y="3274398"/>
                  <a:pt x="4577890" y="3514565"/>
                </a:cubicBezTo>
                <a:cubicBezTo>
                  <a:pt x="4309953" y="3582622"/>
                  <a:pt x="4268864" y="3509118"/>
                  <a:pt x="4005654" y="3514565"/>
                </a:cubicBezTo>
                <a:cubicBezTo>
                  <a:pt x="3742444" y="3520012"/>
                  <a:pt x="3532097" y="3443449"/>
                  <a:pt x="3387639" y="3514565"/>
                </a:cubicBezTo>
                <a:cubicBezTo>
                  <a:pt x="3243181" y="3585681"/>
                  <a:pt x="2902489" y="3464575"/>
                  <a:pt x="2769623" y="3514565"/>
                </a:cubicBezTo>
                <a:cubicBezTo>
                  <a:pt x="2636757" y="3564555"/>
                  <a:pt x="2420030" y="3463874"/>
                  <a:pt x="2151608" y="3514565"/>
                </a:cubicBezTo>
                <a:cubicBezTo>
                  <a:pt x="1883186" y="3565256"/>
                  <a:pt x="1829080" y="3484397"/>
                  <a:pt x="1716709" y="3514565"/>
                </a:cubicBezTo>
                <a:cubicBezTo>
                  <a:pt x="1604338" y="3544733"/>
                  <a:pt x="1405126" y="3508926"/>
                  <a:pt x="1281809" y="3514565"/>
                </a:cubicBezTo>
                <a:cubicBezTo>
                  <a:pt x="1158492" y="3520204"/>
                  <a:pt x="1030571" y="3475452"/>
                  <a:pt x="846910" y="3514565"/>
                </a:cubicBezTo>
                <a:cubicBezTo>
                  <a:pt x="663249" y="3553678"/>
                  <a:pt x="267643" y="3442444"/>
                  <a:pt x="0" y="3514565"/>
                </a:cubicBezTo>
                <a:cubicBezTo>
                  <a:pt x="-34594" y="3243640"/>
                  <a:pt x="10559" y="3188881"/>
                  <a:pt x="0" y="2928804"/>
                </a:cubicBezTo>
                <a:cubicBezTo>
                  <a:pt x="-10559" y="2668727"/>
                  <a:pt x="6817" y="2613455"/>
                  <a:pt x="0" y="2378189"/>
                </a:cubicBezTo>
                <a:cubicBezTo>
                  <a:pt x="-6817" y="2142924"/>
                  <a:pt x="56081" y="2011769"/>
                  <a:pt x="0" y="1792428"/>
                </a:cubicBezTo>
                <a:cubicBezTo>
                  <a:pt x="-56081" y="1573087"/>
                  <a:pt x="13010" y="1433926"/>
                  <a:pt x="0" y="1206667"/>
                </a:cubicBezTo>
                <a:cubicBezTo>
                  <a:pt x="-13010" y="979408"/>
                  <a:pt x="32536" y="798874"/>
                  <a:pt x="0" y="585761"/>
                </a:cubicBezTo>
                <a:cubicBezTo>
                  <a:pt x="-32536" y="372648"/>
                  <a:pt x="51193" y="19932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6647146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72AA-9C93-022B-14ED-15A44A6C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529661-ADD5-A44F-6CFF-BE83CF17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03960"/>
          </a:xfrm>
        </p:spPr>
        <p:txBody>
          <a:bodyPr/>
          <a:lstStyle/>
          <a:p>
            <a:r>
              <a:rPr lang="hu-HU" dirty="0"/>
              <a:t>Egyszerűsített C# implementáció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EA8C359-A090-F1C7-1FEB-111A886FB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88160"/>
            <a:ext cx="5407023" cy="4632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Megjegyzés oktatáshoz</a:t>
            </a:r>
          </a:p>
          <a:p>
            <a:r>
              <a:rPr lang="hu-HU" dirty="0"/>
              <a:t>A fenti implementáció:</a:t>
            </a:r>
          </a:p>
          <a:p>
            <a:pPr lvl="1"/>
            <a:r>
              <a:rPr lang="hu-HU" dirty="0"/>
              <a:t>jól szemlélteti a Timsort alapötletét, </a:t>
            </a:r>
          </a:p>
          <a:p>
            <a:pPr lvl="1"/>
            <a:r>
              <a:rPr lang="hu-HU" dirty="0"/>
              <a:t>de nem teljes ipari implementáció. </a:t>
            </a:r>
          </a:p>
          <a:p>
            <a:r>
              <a:rPr lang="hu-HU" dirty="0"/>
              <a:t>A valódi Timsort még tartalmaz:</a:t>
            </a:r>
          </a:p>
          <a:p>
            <a:pPr lvl="1"/>
            <a:r>
              <a:rPr lang="hu-HU" dirty="0"/>
              <a:t>adaptív </a:t>
            </a:r>
            <a:r>
              <a:rPr lang="hu-HU" dirty="0" err="1"/>
              <a:t>run</a:t>
            </a:r>
            <a:r>
              <a:rPr lang="hu-HU" dirty="0"/>
              <a:t>-felismerést, </a:t>
            </a:r>
          </a:p>
          <a:p>
            <a:pPr lvl="1"/>
            <a:r>
              <a:rPr lang="hu-HU" dirty="0" err="1"/>
              <a:t>stack</a:t>
            </a:r>
            <a:r>
              <a:rPr lang="hu-HU" dirty="0"/>
              <a:t>-szabályokat, </a:t>
            </a:r>
          </a:p>
          <a:p>
            <a:pPr lvl="1"/>
            <a:r>
              <a:rPr lang="hu-HU" dirty="0" err="1"/>
              <a:t>galloping</a:t>
            </a:r>
            <a:r>
              <a:rPr lang="hu-HU" dirty="0"/>
              <a:t> </a:t>
            </a:r>
            <a:r>
              <a:rPr lang="hu-HU" dirty="0" err="1"/>
              <a:t>merge</a:t>
            </a:r>
            <a:r>
              <a:rPr lang="hu-HU" dirty="0"/>
              <a:t> technikát, </a:t>
            </a:r>
          </a:p>
          <a:p>
            <a:pPr lvl="1"/>
            <a:r>
              <a:rPr lang="hu-HU" dirty="0"/>
              <a:t>optimalizált memóriahasználatot.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9700D4B5-3046-2695-E443-9B8642DB3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431" y="3216212"/>
            <a:ext cx="4309040" cy="1752028"/>
          </a:xfrm>
          <a:custGeom>
            <a:avLst/>
            <a:gdLst>
              <a:gd name="csX0" fmla="*/ 0 w 4309040"/>
              <a:gd name="csY0" fmla="*/ 0 h 1752028"/>
              <a:gd name="csX1" fmla="*/ 495540 w 4309040"/>
              <a:gd name="csY1" fmla="*/ 0 h 1752028"/>
              <a:gd name="csX2" fmla="*/ 991079 w 4309040"/>
              <a:gd name="csY2" fmla="*/ 0 h 1752028"/>
              <a:gd name="csX3" fmla="*/ 1615890 w 4309040"/>
              <a:gd name="csY3" fmla="*/ 0 h 1752028"/>
              <a:gd name="csX4" fmla="*/ 2025249 w 4309040"/>
              <a:gd name="csY4" fmla="*/ 0 h 1752028"/>
              <a:gd name="csX5" fmla="*/ 2477698 w 4309040"/>
              <a:gd name="csY5" fmla="*/ 0 h 1752028"/>
              <a:gd name="csX6" fmla="*/ 3059418 w 4309040"/>
              <a:gd name="csY6" fmla="*/ 0 h 1752028"/>
              <a:gd name="csX7" fmla="*/ 3468777 w 4309040"/>
              <a:gd name="csY7" fmla="*/ 0 h 1752028"/>
              <a:gd name="csX8" fmla="*/ 4309040 w 4309040"/>
              <a:gd name="csY8" fmla="*/ 0 h 1752028"/>
              <a:gd name="csX9" fmla="*/ 4309040 w 4309040"/>
              <a:gd name="csY9" fmla="*/ 531448 h 1752028"/>
              <a:gd name="csX10" fmla="*/ 4309040 w 4309040"/>
              <a:gd name="csY10" fmla="*/ 1115458 h 1752028"/>
              <a:gd name="csX11" fmla="*/ 4309040 w 4309040"/>
              <a:gd name="csY11" fmla="*/ 1752028 h 1752028"/>
              <a:gd name="csX12" fmla="*/ 3727320 w 4309040"/>
              <a:gd name="csY12" fmla="*/ 1752028 h 1752028"/>
              <a:gd name="csX13" fmla="*/ 3145599 w 4309040"/>
              <a:gd name="csY13" fmla="*/ 1752028 h 1752028"/>
              <a:gd name="csX14" fmla="*/ 2606969 w 4309040"/>
              <a:gd name="csY14" fmla="*/ 1752028 h 1752028"/>
              <a:gd name="csX15" fmla="*/ 1982158 w 4309040"/>
              <a:gd name="csY15" fmla="*/ 1752028 h 1752028"/>
              <a:gd name="csX16" fmla="*/ 1357348 w 4309040"/>
              <a:gd name="csY16" fmla="*/ 1752028 h 1752028"/>
              <a:gd name="csX17" fmla="*/ 947989 w 4309040"/>
              <a:gd name="csY17" fmla="*/ 1752028 h 1752028"/>
              <a:gd name="csX18" fmla="*/ 0 w 4309040"/>
              <a:gd name="csY18" fmla="*/ 1752028 h 1752028"/>
              <a:gd name="csX19" fmla="*/ 0 w 4309040"/>
              <a:gd name="csY19" fmla="*/ 1220580 h 1752028"/>
              <a:gd name="csX20" fmla="*/ 0 w 4309040"/>
              <a:gd name="csY20" fmla="*/ 671611 h 1752028"/>
              <a:gd name="csX21" fmla="*/ 0 w 4309040"/>
              <a:gd name="csY21" fmla="*/ 0 h 1752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309040" h="1752028" fill="none" extrusionOk="0">
                <a:moveTo>
                  <a:pt x="0" y="0"/>
                </a:moveTo>
                <a:cubicBezTo>
                  <a:pt x="156283" y="-43943"/>
                  <a:pt x="315079" y="42231"/>
                  <a:pt x="495540" y="0"/>
                </a:cubicBezTo>
                <a:cubicBezTo>
                  <a:pt x="676001" y="-42231"/>
                  <a:pt x="791513" y="41139"/>
                  <a:pt x="991079" y="0"/>
                </a:cubicBezTo>
                <a:cubicBezTo>
                  <a:pt x="1190645" y="-41139"/>
                  <a:pt x="1309685" y="7149"/>
                  <a:pt x="1615890" y="0"/>
                </a:cubicBezTo>
                <a:cubicBezTo>
                  <a:pt x="1922095" y="-7149"/>
                  <a:pt x="1906242" y="35375"/>
                  <a:pt x="2025249" y="0"/>
                </a:cubicBezTo>
                <a:cubicBezTo>
                  <a:pt x="2144256" y="-35375"/>
                  <a:pt x="2307606" y="44658"/>
                  <a:pt x="2477698" y="0"/>
                </a:cubicBezTo>
                <a:cubicBezTo>
                  <a:pt x="2647790" y="-44658"/>
                  <a:pt x="2779279" y="39258"/>
                  <a:pt x="3059418" y="0"/>
                </a:cubicBezTo>
                <a:cubicBezTo>
                  <a:pt x="3339557" y="-39258"/>
                  <a:pt x="3368560" y="15186"/>
                  <a:pt x="3468777" y="0"/>
                </a:cubicBezTo>
                <a:cubicBezTo>
                  <a:pt x="3568994" y="-15186"/>
                  <a:pt x="4095143" y="86351"/>
                  <a:pt x="4309040" y="0"/>
                </a:cubicBezTo>
                <a:cubicBezTo>
                  <a:pt x="4311951" y="173719"/>
                  <a:pt x="4297023" y="307569"/>
                  <a:pt x="4309040" y="531448"/>
                </a:cubicBezTo>
                <a:cubicBezTo>
                  <a:pt x="4321057" y="755327"/>
                  <a:pt x="4281970" y="891773"/>
                  <a:pt x="4309040" y="1115458"/>
                </a:cubicBezTo>
                <a:cubicBezTo>
                  <a:pt x="4336110" y="1339143"/>
                  <a:pt x="4269573" y="1500038"/>
                  <a:pt x="4309040" y="1752028"/>
                </a:cubicBezTo>
                <a:cubicBezTo>
                  <a:pt x="4143398" y="1809134"/>
                  <a:pt x="3880777" y="1685362"/>
                  <a:pt x="3727320" y="1752028"/>
                </a:cubicBezTo>
                <a:cubicBezTo>
                  <a:pt x="3573863" y="1818694"/>
                  <a:pt x="3426783" y="1707432"/>
                  <a:pt x="3145599" y="1752028"/>
                </a:cubicBezTo>
                <a:cubicBezTo>
                  <a:pt x="2864415" y="1796624"/>
                  <a:pt x="2802731" y="1713230"/>
                  <a:pt x="2606969" y="1752028"/>
                </a:cubicBezTo>
                <a:cubicBezTo>
                  <a:pt x="2411207" y="1790826"/>
                  <a:pt x="2201076" y="1681292"/>
                  <a:pt x="1982158" y="1752028"/>
                </a:cubicBezTo>
                <a:cubicBezTo>
                  <a:pt x="1763240" y="1822764"/>
                  <a:pt x="1582118" y="1692694"/>
                  <a:pt x="1357348" y="1752028"/>
                </a:cubicBezTo>
                <a:cubicBezTo>
                  <a:pt x="1132578" y="1811362"/>
                  <a:pt x="1053608" y="1709385"/>
                  <a:pt x="947989" y="1752028"/>
                </a:cubicBezTo>
                <a:cubicBezTo>
                  <a:pt x="842370" y="1794671"/>
                  <a:pt x="334658" y="1701392"/>
                  <a:pt x="0" y="1752028"/>
                </a:cubicBezTo>
                <a:cubicBezTo>
                  <a:pt x="-51848" y="1601974"/>
                  <a:pt x="44302" y="1427400"/>
                  <a:pt x="0" y="1220580"/>
                </a:cubicBezTo>
                <a:cubicBezTo>
                  <a:pt x="-44302" y="1013760"/>
                  <a:pt x="37551" y="834698"/>
                  <a:pt x="0" y="671611"/>
                </a:cubicBezTo>
                <a:cubicBezTo>
                  <a:pt x="-37551" y="508524"/>
                  <a:pt x="79799" y="222410"/>
                  <a:pt x="0" y="0"/>
                </a:cubicBezTo>
                <a:close/>
              </a:path>
              <a:path w="4309040" h="1752028" stroke="0" extrusionOk="0">
                <a:moveTo>
                  <a:pt x="0" y="0"/>
                </a:moveTo>
                <a:cubicBezTo>
                  <a:pt x="193176" y="-42846"/>
                  <a:pt x="383425" y="1075"/>
                  <a:pt x="624811" y="0"/>
                </a:cubicBezTo>
                <a:cubicBezTo>
                  <a:pt x="866197" y="-1075"/>
                  <a:pt x="990709" y="51730"/>
                  <a:pt x="1120350" y="0"/>
                </a:cubicBezTo>
                <a:cubicBezTo>
                  <a:pt x="1249991" y="-51730"/>
                  <a:pt x="1421417" y="55909"/>
                  <a:pt x="1658980" y="0"/>
                </a:cubicBezTo>
                <a:cubicBezTo>
                  <a:pt x="1896543" y="-55909"/>
                  <a:pt x="1991801" y="33409"/>
                  <a:pt x="2197610" y="0"/>
                </a:cubicBezTo>
                <a:cubicBezTo>
                  <a:pt x="2403419" y="-33409"/>
                  <a:pt x="2567454" y="49409"/>
                  <a:pt x="2822421" y="0"/>
                </a:cubicBezTo>
                <a:cubicBezTo>
                  <a:pt x="3077388" y="-49409"/>
                  <a:pt x="3308038" y="45144"/>
                  <a:pt x="3447232" y="0"/>
                </a:cubicBezTo>
                <a:cubicBezTo>
                  <a:pt x="3586426" y="-45144"/>
                  <a:pt x="4060229" y="55358"/>
                  <a:pt x="4309040" y="0"/>
                </a:cubicBezTo>
                <a:cubicBezTo>
                  <a:pt x="4370098" y="118270"/>
                  <a:pt x="4308613" y="300152"/>
                  <a:pt x="4309040" y="566489"/>
                </a:cubicBezTo>
                <a:cubicBezTo>
                  <a:pt x="4309467" y="832826"/>
                  <a:pt x="4264847" y="968052"/>
                  <a:pt x="4309040" y="1115458"/>
                </a:cubicBezTo>
                <a:cubicBezTo>
                  <a:pt x="4353233" y="1262864"/>
                  <a:pt x="4267921" y="1543521"/>
                  <a:pt x="4309040" y="1752028"/>
                </a:cubicBezTo>
                <a:cubicBezTo>
                  <a:pt x="4060675" y="1759784"/>
                  <a:pt x="3990147" y="1680795"/>
                  <a:pt x="3684229" y="1752028"/>
                </a:cubicBezTo>
                <a:cubicBezTo>
                  <a:pt x="3378311" y="1823261"/>
                  <a:pt x="3420375" y="1724082"/>
                  <a:pt x="3231780" y="1752028"/>
                </a:cubicBezTo>
                <a:cubicBezTo>
                  <a:pt x="3043185" y="1779974"/>
                  <a:pt x="2871577" y="1693743"/>
                  <a:pt x="2736240" y="1752028"/>
                </a:cubicBezTo>
                <a:cubicBezTo>
                  <a:pt x="2600903" y="1810313"/>
                  <a:pt x="2490600" y="1746197"/>
                  <a:pt x="2326882" y="1752028"/>
                </a:cubicBezTo>
                <a:cubicBezTo>
                  <a:pt x="2163164" y="1757859"/>
                  <a:pt x="1984035" y="1744496"/>
                  <a:pt x="1745161" y="1752028"/>
                </a:cubicBezTo>
                <a:cubicBezTo>
                  <a:pt x="1506287" y="1759560"/>
                  <a:pt x="1439080" y="1750944"/>
                  <a:pt x="1163441" y="1752028"/>
                </a:cubicBezTo>
                <a:cubicBezTo>
                  <a:pt x="887802" y="1753112"/>
                  <a:pt x="736756" y="1741915"/>
                  <a:pt x="581720" y="1752028"/>
                </a:cubicBezTo>
                <a:cubicBezTo>
                  <a:pt x="426684" y="1762141"/>
                  <a:pt x="117393" y="1751527"/>
                  <a:pt x="0" y="1752028"/>
                </a:cubicBezTo>
                <a:cubicBezTo>
                  <a:pt x="-37651" y="1509689"/>
                  <a:pt x="49284" y="1389979"/>
                  <a:pt x="0" y="1220580"/>
                </a:cubicBezTo>
                <a:cubicBezTo>
                  <a:pt x="-49284" y="1051181"/>
                  <a:pt x="61405" y="787285"/>
                  <a:pt x="0" y="619050"/>
                </a:cubicBezTo>
                <a:cubicBezTo>
                  <a:pt x="-61405" y="450815"/>
                  <a:pt x="28570" y="156800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888606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5DC5D9A6-C139-14A7-7531-872933DC038B}"/>
              </a:ext>
            </a:extLst>
          </p:cNvPr>
          <p:cNvSpPr txBox="1"/>
          <p:nvPr/>
        </p:nvSpPr>
        <p:spPr>
          <a:xfrm>
            <a:off x="1484311" y="2260599"/>
            <a:ext cx="2931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Példa használat: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B4E79B1-CB48-D335-4478-4D5540A83DED}"/>
              </a:ext>
            </a:extLst>
          </p:cNvPr>
          <p:cNvSpPr txBox="1"/>
          <p:nvPr/>
        </p:nvSpPr>
        <p:spPr>
          <a:xfrm>
            <a:off x="2257834" y="5518834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>
                <a:hlinkClick r:id="rId3"/>
              </a:rPr>
              <a:t>Timsort kvíz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2774413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32AFBE-3C84-39C8-DCDA-2D90F24B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57201"/>
            <a:ext cx="10018713" cy="1246676"/>
          </a:xfrm>
        </p:spPr>
        <p:txBody>
          <a:bodyPr/>
          <a:lstStyle/>
          <a:p>
            <a:r>
              <a:rPr lang="hu-HU" dirty="0"/>
              <a:t>Összefoglalás: Az ipari sztenderd motorja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1FB782F-1378-5955-F810-5BD17E976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99" y="1932476"/>
            <a:ext cx="9667825" cy="4468323"/>
          </a:xfrm>
          <a:prstGeom prst="roundRect">
            <a:avLst>
              <a:gd name="adj" fmla="val 529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6344473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049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384" y="1929781"/>
            <a:ext cx="10188881" cy="4090480"/>
          </a:xfrm>
        </p:spPr>
        <p:txBody>
          <a:bodyPr>
            <a:normAutofit/>
          </a:bodyPr>
          <a:lstStyle/>
          <a:p>
            <a:r>
              <a:rPr lang="hu-HU" dirty="0"/>
              <a:t>A gyorsrendezés stabil rendezés-e?</a:t>
            </a:r>
          </a:p>
          <a:p>
            <a:r>
              <a:rPr lang="hu-HU" dirty="0"/>
              <a:t>Mennyi a gyorsrendezés műveletigénye és tárigénye? Miért?</a:t>
            </a:r>
          </a:p>
          <a:p>
            <a:r>
              <a:rPr lang="hu-HU" dirty="0"/>
              <a:t>Adja meg a gyorsrendezés lépéseit!</a:t>
            </a:r>
          </a:p>
          <a:p>
            <a:r>
              <a:rPr lang="hu-HU" dirty="0"/>
              <a:t>Adja meg a gyorsrendezés </a:t>
            </a:r>
            <a:r>
              <a:rPr lang="hu-HU" dirty="0" err="1"/>
              <a:t>struktogramjait</a:t>
            </a:r>
            <a:r>
              <a:rPr lang="hu-HU" dirty="0"/>
              <a:t>!</a:t>
            </a:r>
          </a:p>
          <a:p>
            <a:pPr lvl="1"/>
            <a:r>
              <a:rPr lang="hu-HU" dirty="0"/>
              <a:t>Tömbre</a:t>
            </a:r>
          </a:p>
          <a:p>
            <a:pPr lvl="1"/>
            <a:r>
              <a:rPr lang="hu-HU" dirty="0"/>
              <a:t>Egyszerű egyirányú listára</a:t>
            </a:r>
          </a:p>
          <a:p>
            <a:pPr lvl="1"/>
            <a:r>
              <a:rPr lang="hu-HU" dirty="0"/>
              <a:t>Ciklikus </a:t>
            </a:r>
            <a:r>
              <a:rPr lang="hu-HU" dirty="0" err="1"/>
              <a:t>kétirányú</a:t>
            </a:r>
            <a:r>
              <a:rPr lang="hu-HU" dirty="0"/>
              <a:t> listára</a:t>
            </a:r>
          </a:p>
          <a:p>
            <a:r>
              <a:rPr lang="hu-HU" sz="2400" dirty="0">
                <a:effectLst/>
                <a:ea typeface="Calibri" panose="020F0502020204030204" pitchFamily="34" charset="0"/>
                <a:cs typeface="F78"/>
              </a:rPr>
              <a:t>Hogyan lehet a gyorsrendezést javítani?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 dirty="0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dirty="0">
                <a:latin typeface="F30"/>
              </a:rPr>
              <a:t>e</a:t>
            </a:r>
            <a:r>
              <a:rPr lang="hu-HU" sz="2000" b="0" i="0" u="none" strike="noStrike" baseline="0" dirty="0">
                <a:latin typeface="F30"/>
              </a:rPr>
              <a:t>lőadásjegyzete alapján készült.</a:t>
            </a:r>
            <a:endParaRPr lang="hu-HU" sz="20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0F46B42-D9BA-AD2F-BF8E-CBAA9C1F1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7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89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BC1C1C"/>
    </a:accent1>
    <a:accent2>
      <a:srgbClr val="F67534"/>
    </a:accent2>
    <a:accent3>
      <a:srgbClr val="EAAC35"/>
    </a:accent3>
    <a:accent4>
      <a:srgbClr val="9BAF68"/>
    </a:accent4>
    <a:accent5>
      <a:srgbClr val="68B9A6"/>
    </a:accent5>
    <a:accent6>
      <a:srgbClr val="50B1D4"/>
    </a:accent6>
    <a:hlink>
      <a:srgbClr val="E46416"/>
    </a:hlink>
    <a:folHlink>
      <a:srgbClr val="EE934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36297</TotalTime>
  <Words>2663</Words>
  <Application>Microsoft Office PowerPoint</Application>
  <PresentationFormat>Szélesvásznú</PresentationFormat>
  <Paragraphs>663</Paragraphs>
  <Slides>72</Slides>
  <Notes>0</Notes>
  <HiddenSlides>1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72</vt:i4>
      </vt:variant>
    </vt:vector>
  </HeadingPairs>
  <TitlesOfParts>
    <vt:vector size="81" baseType="lpstr">
      <vt:lpstr>Aptos</vt:lpstr>
      <vt:lpstr>Arial</vt:lpstr>
      <vt:lpstr>Calibri</vt:lpstr>
      <vt:lpstr>Cambria Math</vt:lpstr>
      <vt:lpstr>Corbel</vt:lpstr>
      <vt:lpstr>F30</vt:lpstr>
      <vt:lpstr>Times New Roman</vt:lpstr>
      <vt:lpstr>Wingdings</vt:lpstr>
      <vt:lpstr>Parallax</vt:lpstr>
      <vt:lpstr>Algoritmusok és adatszerkezetek I. 4. Előadás</vt:lpstr>
      <vt:lpstr>Tartalom</vt:lpstr>
      <vt:lpstr>Gyorsrendezés - Quicksort</vt:lpstr>
      <vt:lpstr>Gyorsrendezés lépései</vt:lpstr>
      <vt:lpstr>Gyorsrendezés algoritmusa</vt:lpstr>
      <vt:lpstr>Partition függvény:</vt:lpstr>
      <vt:lpstr>Partition függvény</vt:lpstr>
      <vt:lpstr>Partition függvény 2. ciklus végrehajtásai</vt:lpstr>
      <vt:lpstr>Partition függvény 2. ciklus végrehajtásai</vt:lpstr>
      <vt:lpstr>Partition függvény</vt:lpstr>
      <vt:lpstr>Partition függvény</vt:lpstr>
      <vt:lpstr>A gyors- rendezés  C# kódja*</vt:lpstr>
      <vt:lpstr>A gyorsrendezés (quicksort) műveletigénye</vt:lpstr>
      <vt:lpstr>A gyorsrendezés lejátszása:* most a particionálás minden esetben az aktuális résztömb utolsó elemét választja tengelynek</vt:lpstr>
      <vt:lpstr>PowerPoint-bemutató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A gyorsrendezés lejátszása:* most a particionálás minden esetben az aktuális résztömb utolsó elemét választja tengelynek</vt:lpstr>
      <vt:lpstr>PowerPoint-bemutató</vt:lpstr>
      <vt:lpstr>A gyorsrendezés lejátszása:* most a particionálás minden esetben az aktuális résztömb utolsó elemét választja tengelynek</vt:lpstr>
      <vt:lpstr>Vegyes gyorsrendezés</vt:lpstr>
      <vt:lpstr>Vegyes gyorsrendezés </vt:lpstr>
      <vt:lpstr>Vegyes gyorsrendezés algoritmusa</vt:lpstr>
      <vt:lpstr>Vegyes gyorsrendezés műveletigénye</vt:lpstr>
      <vt:lpstr> A gyorsrendezés végrekurzió-optimalizált változata * </vt:lpstr>
      <vt:lpstr>Timsort * A modern nyelvek alapértelmezett algoritmusa</vt:lpstr>
      <vt:lpstr>Timsort * A modern nyelvek alapértelmezett algoritmusa</vt:lpstr>
      <vt:lpstr>Timsort *</vt:lpstr>
      <vt:lpstr>Az ősök korlátai</vt:lpstr>
      <vt:lpstr>Timsort</vt:lpstr>
      <vt:lpstr>Timsort</vt:lpstr>
      <vt:lpstr>1. Lépés: Az adatok feldarabolása  (Run-ok felismerése)</vt:lpstr>
      <vt:lpstr>A Minrun fogalma és a Cashe-optimalizáció</vt:lpstr>
      <vt:lpstr>Lokális rendezés: A beszúró rendezés reneszánsza</vt:lpstr>
      <vt:lpstr>Globális rendezés: Adaptív Összefésülés</vt:lpstr>
      <vt:lpstr>A Veremszabályok (Stack Invariants)</vt:lpstr>
      <vt:lpstr>A Timsort intelligens futószalagja</vt:lpstr>
      <vt:lpstr>Adaptív és stabil összefésülés</vt:lpstr>
      <vt:lpstr>A probléma:  Lassú összefésülés egyenlőtlen futásoknál</vt:lpstr>
      <vt:lpstr>A megoldás: Vágta mód (Galloping Mode)</vt:lpstr>
      <vt:lpstr>Timsort: A Komplexitás Mérlege</vt:lpstr>
      <vt:lpstr>Ahol a Timsort a világot hajtja</vt:lpstr>
      <vt:lpstr>Timsort pszeudókód</vt:lpstr>
      <vt:lpstr>Egyszerűsített C# implementáció</vt:lpstr>
      <vt:lpstr>Egyszerűsített C# implementáció</vt:lpstr>
      <vt:lpstr>Egyszerűsített C# implementáció</vt:lpstr>
      <vt:lpstr>Összefoglalás: Az ipari sztenderd motorja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4</cp:revision>
  <dcterms:created xsi:type="dcterms:W3CDTF">2022-02-02T14:32:23Z</dcterms:created>
  <dcterms:modified xsi:type="dcterms:W3CDTF">2026-08-05T14:45:24Z</dcterms:modified>
</cp:coreProperties>
</file>